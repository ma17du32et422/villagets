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0" r:id="rId4"/>
    <p:sldId id="265" r:id="rId5"/>
    <p:sldId id="259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9E725-A6F7-AD3E-6E04-33F707233B4A}" v="8" dt="2026-04-23T04:44:22.172"/>
    <p1510:client id="{AEF37DF7-E31F-F0EA-F1A4-F109D6699588}" v="12" dt="2026-04-23T17:35:25.302"/>
    <p1510:client id="{B45A4C9F-AE4B-4617-BA52-96B5C1F9FDA7}" v="124" dt="2026-04-24T00:57:18.208"/>
    <p1510:client id="{E1091957-E2FB-BE48-4C0C-64B7561BE743}" v="4" dt="2026-04-23T17:29:57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yan, Ares" userId="S::ares.gabrielyan.1@ens.etsmtl.ca::34b44a28-996c-4dbd-836f-03540a269786" providerId="AD" clId="Web-{AEF37DF7-E31F-F0EA-F1A4-F109D6699588}"/>
    <pc:docChg chg="modSld">
      <pc:chgData name="Gabrielyan, Ares" userId="S::ares.gabrielyan.1@ens.etsmtl.ca::34b44a28-996c-4dbd-836f-03540a269786" providerId="AD" clId="Web-{AEF37DF7-E31F-F0EA-F1A4-F109D6699588}" dt="2026-04-23T17:35:25.302" v="11" actId="20577"/>
      <pc:docMkLst>
        <pc:docMk/>
      </pc:docMkLst>
      <pc:sldChg chg="modSp">
        <pc:chgData name="Gabrielyan, Ares" userId="S::ares.gabrielyan.1@ens.etsmtl.ca::34b44a28-996c-4dbd-836f-03540a269786" providerId="AD" clId="Web-{AEF37DF7-E31F-F0EA-F1A4-F109D6699588}" dt="2026-04-23T17:35:25.302" v="11" actId="20577"/>
        <pc:sldMkLst>
          <pc:docMk/>
          <pc:sldMk cId="3971287143" sldId="257"/>
        </pc:sldMkLst>
        <pc:spChg chg="mod">
          <ac:chgData name="Gabrielyan, Ares" userId="S::ares.gabrielyan.1@ens.etsmtl.ca::34b44a28-996c-4dbd-836f-03540a269786" providerId="AD" clId="Web-{AEF37DF7-E31F-F0EA-F1A4-F109D6699588}" dt="2026-04-23T17:35:25.302" v="11" actId="20577"/>
          <ac:spMkLst>
            <pc:docMk/>
            <pc:sldMk cId="3971287143" sldId="257"/>
            <ac:spMk id="3" creationId="{4D2E2866-696C-BDB8-2DA2-775A5B6AB0DF}"/>
          </ac:spMkLst>
        </pc:spChg>
      </pc:sldChg>
      <pc:sldChg chg="modSp">
        <pc:chgData name="Gabrielyan, Ares" userId="S::ares.gabrielyan.1@ens.etsmtl.ca::34b44a28-996c-4dbd-836f-03540a269786" providerId="AD" clId="Web-{AEF37DF7-E31F-F0EA-F1A4-F109D6699588}" dt="2026-04-23T17:32:58.536" v="5" actId="20577"/>
        <pc:sldMkLst>
          <pc:docMk/>
          <pc:sldMk cId="1649296538" sldId="260"/>
        </pc:sldMkLst>
        <pc:spChg chg="mod">
          <ac:chgData name="Gabrielyan, Ares" userId="S::ares.gabrielyan.1@ens.etsmtl.ca::34b44a28-996c-4dbd-836f-03540a269786" providerId="AD" clId="Web-{AEF37DF7-E31F-F0EA-F1A4-F109D6699588}" dt="2026-04-23T17:32:58.536" v="5" actId="20577"/>
          <ac:spMkLst>
            <pc:docMk/>
            <pc:sldMk cId="1649296538" sldId="260"/>
            <ac:spMk id="3" creationId="{2A4B8660-5C24-BC1E-A56D-1F1BD6AAD7CA}"/>
          </ac:spMkLst>
        </pc:spChg>
      </pc:sldChg>
    </pc:docChg>
  </pc:docChgLst>
  <pc:docChgLst>
    <pc:chgData name="Lesage, Charles" userId="0d6a34b2-b374-4f5b-aba4-0565be4e9ca1" providerId="ADAL" clId="{E55D3C88-0691-435F-8E38-1336DBD91121}"/>
    <pc:docChg chg="custSel addSld modSld">
      <pc:chgData name="Lesage, Charles" userId="0d6a34b2-b374-4f5b-aba4-0565be4e9ca1" providerId="ADAL" clId="{E55D3C88-0691-435F-8E38-1336DBD91121}" dt="2026-04-22T20:49:13.375" v="333" actId="478"/>
      <pc:docMkLst>
        <pc:docMk/>
      </pc:docMkLst>
      <pc:sldChg chg="delSp modSp mod">
        <pc:chgData name="Lesage, Charles" userId="0d6a34b2-b374-4f5b-aba4-0565be4e9ca1" providerId="ADAL" clId="{E55D3C88-0691-435F-8E38-1336DBD91121}" dt="2026-04-22T20:49:13.375" v="333" actId="478"/>
        <pc:sldMkLst>
          <pc:docMk/>
          <pc:sldMk cId="3754227797" sldId="259"/>
        </pc:sldMkLst>
        <pc:spChg chg="mod">
          <ac:chgData name="Lesage, Charles" userId="0d6a34b2-b374-4f5b-aba4-0565be4e9ca1" providerId="ADAL" clId="{E55D3C88-0691-435F-8E38-1336DBD91121}" dt="2026-04-22T18:57:08.747" v="14" actId="20577"/>
          <ac:spMkLst>
            <pc:docMk/>
            <pc:sldMk cId="3754227797" sldId="259"/>
            <ac:spMk id="2" creationId="{B1FF9AB2-2609-2CEC-60B6-462C5275E01C}"/>
          </ac:spMkLst>
        </pc:spChg>
      </pc:sldChg>
      <pc:sldChg chg="modSp new mod">
        <pc:chgData name="Lesage, Charles" userId="0d6a34b2-b374-4f5b-aba4-0565be4e9ca1" providerId="ADAL" clId="{E55D3C88-0691-435F-8E38-1336DBD91121}" dt="2026-04-22T19:48:26.693" v="224" actId="20577"/>
        <pc:sldMkLst>
          <pc:docMk/>
          <pc:sldMk cId="1649296538" sldId="260"/>
        </pc:sldMkLst>
        <pc:spChg chg="mod">
          <ac:chgData name="Lesage, Charles" userId="0d6a34b2-b374-4f5b-aba4-0565be4e9ca1" providerId="ADAL" clId="{E55D3C88-0691-435F-8E38-1336DBD91121}" dt="2026-04-22T18:59:57.036" v="69" actId="20577"/>
          <ac:spMkLst>
            <pc:docMk/>
            <pc:sldMk cId="1649296538" sldId="260"/>
            <ac:spMk id="2" creationId="{AC7E6C65-994C-622E-D4B9-AE67DAB1877A}"/>
          </ac:spMkLst>
        </pc:spChg>
        <pc:spChg chg="mod">
          <ac:chgData name="Lesage, Charles" userId="0d6a34b2-b374-4f5b-aba4-0565be4e9ca1" providerId="ADAL" clId="{E55D3C88-0691-435F-8E38-1336DBD91121}" dt="2026-04-22T19:48:26.693" v="224" actId="20577"/>
          <ac:spMkLst>
            <pc:docMk/>
            <pc:sldMk cId="1649296538" sldId="260"/>
            <ac:spMk id="3" creationId="{2A4B8660-5C24-BC1E-A56D-1F1BD6AAD7CA}"/>
          </ac:spMkLst>
        </pc:spChg>
      </pc:sldChg>
      <pc:sldChg chg="modSp new mod">
        <pc:chgData name="Lesage, Charles" userId="0d6a34b2-b374-4f5b-aba4-0565be4e9ca1" providerId="ADAL" clId="{E55D3C88-0691-435F-8E38-1336DBD91121}" dt="2026-04-22T20:47:19.579" v="332" actId="20577"/>
        <pc:sldMkLst>
          <pc:docMk/>
          <pc:sldMk cId="2086450348" sldId="261"/>
        </pc:sldMkLst>
        <pc:spChg chg="mod">
          <ac:chgData name="Lesage, Charles" userId="0d6a34b2-b374-4f5b-aba4-0565be4e9ca1" providerId="ADAL" clId="{E55D3C88-0691-435F-8E38-1336DBD91121}" dt="2026-04-22T19:44:31.234" v="190" actId="20577"/>
          <ac:spMkLst>
            <pc:docMk/>
            <pc:sldMk cId="2086450348" sldId="261"/>
            <ac:spMk id="2" creationId="{F8046CB0-694C-CC80-4998-99DF4A407A94}"/>
          </ac:spMkLst>
        </pc:spChg>
        <pc:spChg chg="mod">
          <ac:chgData name="Lesage, Charles" userId="0d6a34b2-b374-4f5b-aba4-0565be4e9ca1" providerId="ADAL" clId="{E55D3C88-0691-435F-8E38-1336DBD91121}" dt="2026-04-22T20:47:19.579" v="332" actId="20577"/>
          <ac:spMkLst>
            <pc:docMk/>
            <pc:sldMk cId="2086450348" sldId="261"/>
            <ac:spMk id="3" creationId="{195B3C79-1A2F-7037-E729-8096F052E4BE}"/>
          </ac:spMkLst>
        </pc:spChg>
      </pc:sldChg>
      <pc:sldChg chg="modSp add mod">
        <pc:chgData name="Lesage, Charles" userId="0d6a34b2-b374-4f5b-aba4-0565be4e9ca1" providerId="ADAL" clId="{E55D3C88-0691-435F-8E38-1336DBD91121}" dt="2026-04-22T20:46:46.204" v="284" actId="20577"/>
        <pc:sldMkLst>
          <pc:docMk/>
          <pc:sldMk cId="1792107798" sldId="262"/>
        </pc:sldMkLst>
        <pc:spChg chg="mod">
          <ac:chgData name="Lesage, Charles" userId="0d6a34b2-b374-4f5b-aba4-0565be4e9ca1" providerId="ADAL" clId="{E55D3C88-0691-435F-8E38-1336DBD91121}" dt="2026-04-22T20:46:34.233" v="235" actId="20577"/>
          <ac:spMkLst>
            <pc:docMk/>
            <pc:sldMk cId="1792107798" sldId="262"/>
            <ac:spMk id="2" creationId="{31C86B09-15E3-C733-7838-FF8A78895A74}"/>
          </ac:spMkLst>
        </pc:spChg>
      </pc:sldChg>
    </pc:docChg>
  </pc:docChgLst>
  <pc:docChgLst>
    <pc:chgData name="Chheang, Jeremy" userId="e2851c4d-8fb6-4c37-a3a8-100d6e321c66" providerId="ADAL" clId="{AC024A15-A186-590A-8540-EA1190165942}"/>
    <pc:docChg chg="modSld">
      <pc:chgData name="Chheang, Jeremy" userId="e2851c4d-8fb6-4c37-a3a8-100d6e321c66" providerId="ADAL" clId="{AC024A15-A186-590A-8540-EA1190165942}" dt="2026-04-22T19:07:10.673" v="247" actId="1076"/>
      <pc:docMkLst>
        <pc:docMk/>
      </pc:docMkLst>
      <pc:sldChg chg="addSp modSp mod">
        <pc:chgData name="Chheang, Jeremy" userId="e2851c4d-8fb6-4c37-a3a8-100d6e321c66" providerId="ADAL" clId="{AC024A15-A186-590A-8540-EA1190165942}" dt="2026-04-22T19:07:10.673" v="247" actId="1076"/>
        <pc:sldMkLst>
          <pc:docMk/>
          <pc:sldMk cId="3971287143" sldId="257"/>
        </pc:sldMkLst>
        <pc:spChg chg="mod">
          <ac:chgData name="Chheang, Jeremy" userId="e2851c4d-8fb6-4c37-a3a8-100d6e321c66" providerId="ADAL" clId="{AC024A15-A186-590A-8540-EA1190165942}" dt="2026-04-22T19:07:10.673" v="247" actId="1076"/>
          <ac:spMkLst>
            <pc:docMk/>
            <pc:sldMk cId="3971287143" sldId="257"/>
            <ac:spMk id="3" creationId="{4D2E2866-696C-BDB8-2DA2-775A5B6AB0DF}"/>
          </ac:spMkLst>
        </pc:spChg>
        <pc:picChg chg="mod">
          <ac:chgData name="Chheang, Jeremy" userId="e2851c4d-8fb6-4c37-a3a8-100d6e321c66" providerId="ADAL" clId="{AC024A15-A186-590A-8540-EA1190165942}" dt="2026-04-22T19:03:58.010" v="65" actId="1076"/>
          <ac:picMkLst>
            <pc:docMk/>
            <pc:sldMk cId="3971287143" sldId="257"/>
            <ac:picMk id="1026" creationId="{151CC4FB-B53A-9C19-5B08-0FC43CE9F9EF}"/>
          </ac:picMkLst>
        </pc:picChg>
      </pc:sldChg>
    </pc:docChg>
  </pc:docChgLst>
  <pc:docChgLst>
    <pc:chgData name="Beaudin-Kerzérho, Loïc" userId="S::loic.beaudin-kerzerho.1@ens.etsmtl.ca::9edb42fc-77ae-44b1-8836-e76dcd9d839e" providerId="AD" clId="Web-{E1091957-E2FB-BE48-4C0C-64B7561BE743}"/>
    <pc:docChg chg="modSld">
      <pc:chgData name="Beaudin-Kerzérho, Loïc" userId="S::loic.beaudin-kerzerho.1@ens.etsmtl.ca::9edb42fc-77ae-44b1-8836-e76dcd9d839e" providerId="AD" clId="Web-{E1091957-E2FB-BE48-4C0C-64B7561BE743}" dt="2026-04-23T17:29:57.582" v="3" actId="1076"/>
      <pc:docMkLst>
        <pc:docMk/>
      </pc:docMkLst>
      <pc:sldChg chg="modSp">
        <pc:chgData name="Beaudin-Kerzérho, Loïc" userId="S::loic.beaudin-kerzerho.1@ens.etsmtl.ca::9edb42fc-77ae-44b1-8836-e76dcd9d839e" providerId="AD" clId="Web-{E1091957-E2FB-BE48-4C0C-64B7561BE743}" dt="2026-04-23T17:29:57.582" v="3" actId="1076"/>
        <pc:sldMkLst>
          <pc:docMk/>
          <pc:sldMk cId="3754227797" sldId="259"/>
        </pc:sldMkLst>
        <pc:spChg chg="mod">
          <ac:chgData name="Beaudin-Kerzérho, Loïc" userId="S::loic.beaudin-kerzerho.1@ens.etsmtl.ca::9edb42fc-77ae-44b1-8836-e76dcd9d839e" providerId="AD" clId="Web-{E1091957-E2FB-BE48-4C0C-64B7561BE743}" dt="2026-04-23T17:29:57.582" v="3" actId="1076"/>
          <ac:spMkLst>
            <pc:docMk/>
            <pc:sldMk cId="3754227797" sldId="259"/>
            <ac:spMk id="7" creationId="{BDB0C075-A8ED-A8AC-DA2E-B62388C0A13D}"/>
          </ac:spMkLst>
        </pc:spChg>
        <pc:grpChg chg="mod">
          <ac:chgData name="Beaudin-Kerzérho, Loïc" userId="S::loic.beaudin-kerzerho.1@ens.etsmtl.ca::9edb42fc-77ae-44b1-8836-e76dcd9d839e" providerId="AD" clId="Web-{E1091957-E2FB-BE48-4C0C-64B7561BE743}" dt="2026-04-23T17:29:25.660" v="1" actId="1076"/>
          <ac:grpSpMkLst>
            <pc:docMk/>
            <pc:sldMk cId="3754227797" sldId="259"/>
            <ac:grpSpMk id="8" creationId="{B5237048-419C-1759-6EB8-677DB527D9AE}"/>
          </ac:grpSpMkLst>
        </pc:grpChg>
      </pc:sldChg>
    </pc:docChg>
  </pc:docChgLst>
  <pc:docChgLst>
    <pc:chgData name="Chheang, Jeremy" userId="S::jeremy.chheang.1@ens.etsmtl.ca::e2851c4d-8fb6-4c37-a3a8-100d6e321c66" providerId="AD" clId="Web-{57EFC300-AAE6-62B8-3981-6432EF56F624}"/>
    <pc:docChg chg="modSld">
      <pc:chgData name="Chheang, Jeremy" userId="S::jeremy.chheang.1@ens.etsmtl.ca::e2851c4d-8fb6-4c37-a3a8-100d6e321c66" providerId="AD" clId="Web-{57EFC300-AAE6-62B8-3981-6432EF56F624}" dt="2026-04-22T18:58:08.035" v="0" actId="1076"/>
      <pc:docMkLst>
        <pc:docMk/>
      </pc:docMkLst>
      <pc:sldChg chg="modSp">
        <pc:chgData name="Chheang, Jeremy" userId="S::jeremy.chheang.1@ens.etsmtl.ca::e2851c4d-8fb6-4c37-a3a8-100d6e321c66" providerId="AD" clId="Web-{57EFC300-AAE6-62B8-3981-6432EF56F624}" dt="2026-04-22T18:58:08.035" v="0" actId="1076"/>
        <pc:sldMkLst>
          <pc:docMk/>
          <pc:sldMk cId="3971287143" sldId="257"/>
        </pc:sldMkLst>
        <pc:picChg chg="mod">
          <ac:chgData name="Chheang, Jeremy" userId="S::jeremy.chheang.1@ens.etsmtl.ca::e2851c4d-8fb6-4c37-a3a8-100d6e321c66" providerId="AD" clId="Web-{57EFC300-AAE6-62B8-3981-6432EF56F624}" dt="2026-04-22T18:58:08.035" v="0" actId="1076"/>
          <ac:picMkLst>
            <pc:docMk/>
            <pc:sldMk cId="3971287143" sldId="257"/>
            <ac:picMk id="6" creationId="{F9278160-711E-E607-0D73-49464D54533F}"/>
          </ac:picMkLst>
        </pc:picChg>
      </pc:sldChg>
    </pc:docChg>
  </pc:docChgLst>
  <pc:docChgLst>
    <pc:chgData name="Houlachi, Théo" userId="S::theo.houlachi.1@ens.etsmtl.ca::3032e15f-f3fc-4117-bacd-fde6c0a806c2" providerId="AD" clId="Web-{3079E725-A6F7-AD3E-6E04-33F707233B4A}"/>
    <pc:docChg chg="modSld">
      <pc:chgData name="Houlachi, Théo" userId="S::theo.houlachi.1@ens.etsmtl.ca::3032e15f-f3fc-4117-bacd-fde6c0a806c2" providerId="AD" clId="Web-{3079E725-A6F7-AD3E-6E04-33F707233B4A}" dt="2026-04-23T04:44:22.172" v="7" actId="20577"/>
      <pc:docMkLst>
        <pc:docMk/>
      </pc:docMkLst>
      <pc:sldChg chg="modSp">
        <pc:chgData name="Houlachi, Théo" userId="S::theo.houlachi.1@ens.etsmtl.ca::3032e15f-f3fc-4117-bacd-fde6c0a806c2" providerId="AD" clId="Web-{3079E725-A6F7-AD3E-6E04-33F707233B4A}" dt="2026-04-23T04:44:22.172" v="7" actId="20577"/>
        <pc:sldMkLst>
          <pc:docMk/>
          <pc:sldMk cId="4262903896" sldId="258"/>
        </pc:sldMkLst>
        <pc:spChg chg="mod">
          <ac:chgData name="Houlachi, Théo" userId="S::theo.houlachi.1@ens.etsmtl.ca::3032e15f-f3fc-4117-bacd-fde6c0a806c2" providerId="AD" clId="Web-{3079E725-A6F7-AD3E-6E04-33F707233B4A}" dt="2026-04-23T04:44:22.172" v="7" actId="20577"/>
          <ac:spMkLst>
            <pc:docMk/>
            <pc:sldMk cId="4262903896" sldId="258"/>
            <ac:spMk id="3" creationId="{8AC62F61-1E33-81F7-A958-6F02A61A538E}"/>
          </ac:spMkLst>
        </pc:spChg>
      </pc:sldChg>
    </pc:docChg>
  </pc:docChgLst>
  <pc:docChgLst>
    <pc:chgData name="Lesage, Charles" userId="0d6a34b2-b374-4f5b-aba4-0565be4e9ca1" providerId="ADAL" clId="{90413D3C-82A8-4271-B167-6CDDE36A54BF}"/>
    <pc:docChg chg="undo custSel addSld delSld modSld sldOrd modMainMaster">
      <pc:chgData name="Lesage, Charles" userId="0d6a34b2-b374-4f5b-aba4-0565be4e9ca1" providerId="ADAL" clId="{90413D3C-82A8-4271-B167-6CDDE36A54BF}" dt="2026-04-24T00:57:32.188" v="1485" actId="790"/>
      <pc:docMkLst>
        <pc:docMk/>
      </pc:docMkLst>
      <pc:sldChg chg="addSp delSp modSp new mod ord setBg setClrOvrMap delDesignElem">
        <pc:chgData name="Lesage, Charles" userId="0d6a34b2-b374-4f5b-aba4-0565be4e9ca1" providerId="ADAL" clId="{90413D3C-82A8-4271-B167-6CDDE36A54BF}" dt="2026-04-21T01:00:56.245" v="810" actId="20577"/>
        <pc:sldMkLst>
          <pc:docMk/>
          <pc:sldMk cId="3971287143" sldId="257"/>
        </pc:sldMkLst>
        <pc:spChg chg="mod">
          <ac:chgData name="Lesage, Charles" userId="0d6a34b2-b374-4f5b-aba4-0565be4e9ca1" providerId="ADAL" clId="{90413D3C-82A8-4271-B167-6CDDE36A54BF}" dt="2026-04-21T01:00:56.245" v="810" actId="20577"/>
          <ac:spMkLst>
            <pc:docMk/>
            <pc:sldMk cId="3971287143" sldId="257"/>
            <ac:spMk id="3" creationId="{4D2E2866-696C-BDB8-2DA2-775A5B6AB0DF}"/>
          </ac:spMkLst>
        </pc:spChg>
        <pc:picChg chg="add mod">
          <ac:chgData name="Lesage, Charles" userId="0d6a34b2-b374-4f5b-aba4-0565be4e9ca1" providerId="ADAL" clId="{90413D3C-82A8-4271-B167-6CDDE36A54BF}" dt="2026-04-21T00:51:36.561" v="50"/>
          <ac:picMkLst>
            <pc:docMk/>
            <pc:sldMk cId="3971287143" sldId="257"/>
            <ac:picMk id="6" creationId="{F9278160-711E-E607-0D73-49464D54533F}"/>
          </ac:picMkLst>
        </pc:picChg>
        <pc:picChg chg="add mod ord">
          <ac:chgData name="Lesage, Charles" userId="0d6a34b2-b374-4f5b-aba4-0565be4e9ca1" providerId="ADAL" clId="{90413D3C-82A8-4271-B167-6CDDE36A54BF}" dt="2026-04-21T00:57:46.813" v="58" actId="1076"/>
          <ac:picMkLst>
            <pc:docMk/>
            <pc:sldMk cId="3971287143" sldId="257"/>
            <ac:picMk id="1026" creationId="{151CC4FB-B53A-9C19-5B08-0FC43CE9F9EF}"/>
          </ac:picMkLst>
        </pc:picChg>
      </pc:sldChg>
      <pc:sldChg chg="modSp new mod setBg">
        <pc:chgData name="Lesage, Charles" userId="0d6a34b2-b374-4f5b-aba4-0565be4e9ca1" providerId="ADAL" clId="{90413D3C-82A8-4271-B167-6CDDE36A54BF}" dt="2026-04-23T04:39:23.733" v="1147"/>
        <pc:sldMkLst>
          <pc:docMk/>
          <pc:sldMk cId="4262903896" sldId="258"/>
        </pc:sldMkLst>
        <pc:spChg chg="mod">
          <ac:chgData name="Lesage, Charles" userId="0d6a34b2-b374-4f5b-aba4-0565be4e9ca1" providerId="ADAL" clId="{90413D3C-82A8-4271-B167-6CDDE36A54BF}" dt="2026-04-21T00:58:14.817" v="63"/>
          <ac:spMkLst>
            <pc:docMk/>
            <pc:sldMk cId="4262903896" sldId="258"/>
            <ac:spMk id="2" creationId="{144FCB17-3C20-9771-0385-06AD2C58A400}"/>
          </ac:spMkLst>
        </pc:spChg>
        <pc:spChg chg="mod">
          <ac:chgData name="Lesage, Charles" userId="0d6a34b2-b374-4f5b-aba4-0565be4e9ca1" providerId="ADAL" clId="{90413D3C-82A8-4271-B167-6CDDE36A54BF}" dt="2026-04-23T04:31:23.357" v="948" actId="20577"/>
          <ac:spMkLst>
            <pc:docMk/>
            <pc:sldMk cId="4262903896" sldId="258"/>
            <ac:spMk id="3" creationId="{8AC62F61-1E33-81F7-A958-6F02A61A538E}"/>
          </ac:spMkLst>
        </pc:spChg>
      </pc:sldChg>
      <pc:sldChg chg="addSp delSp modSp new mod setBg">
        <pc:chgData name="Lesage, Charles" userId="0d6a34b2-b374-4f5b-aba4-0565be4e9ca1" providerId="ADAL" clId="{90413D3C-82A8-4271-B167-6CDDE36A54BF}" dt="2026-04-23T04:37:08.701" v="1026" actId="1036"/>
        <pc:sldMkLst>
          <pc:docMk/>
          <pc:sldMk cId="3754227797" sldId="259"/>
        </pc:sldMkLst>
        <pc:spChg chg="add del">
          <ac:chgData name="Lesage, Charles" userId="0d6a34b2-b374-4f5b-aba4-0565be4e9ca1" providerId="ADAL" clId="{90413D3C-82A8-4271-B167-6CDDE36A54BF}" dt="2026-04-23T04:34:20.811" v="991" actId="478"/>
          <ac:spMkLst>
            <pc:docMk/>
            <pc:sldMk cId="3754227797" sldId="259"/>
            <ac:spMk id="4" creationId="{5485D424-E141-1BE6-2EF7-2E9657B37C30}"/>
          </ac:spMkLst>
        </pc:spChg>
        <pc:spChg chg="add mod">
          <ac:chgData name="Lesage, Charles" userId="0d6a34b2-b374-4f5b-aba4-0565be4e9ca1" providerId="ADAL" clId="{90413D3C-82A8-4271-B167-6CDDE36A54BF}" dt="2026-04-23T04:34:49.677" v="997" actId="164"/>
          <ac:spMkLst>
            <pc:docMk/>
            <pc:sldMk cId="3754227797" sldId="259"/>
            <ac:spMk id="7" creationId="{BDB0C075-A8ED-A8AC-DA2E-B62388C0A13D}"/>
          </ac:spMkLst>
        </pc:spChg>
        <pc:grpChg chg="add mod">
          <ac:chgData name="Lesage, Charles" userId="0d6a34b2-b374-4f5b-aba4-0565be4e9ca1" providerId="ADAL" clId="{90413D3C-82A8-4271-B167-6CDDE36A54BF}" dt="2026-04-23T04:36:09.340" v="1018" actId="1076"/>
          <ac:grpSpMkLst>
            <pc:docMk/>
            <pc:sldMk cId="3754227797" sldId="259"/>
            <ac:grpSpMk id="8" creationId="{B5237048-419C-1759-6EB8-677DB527D9AE}"/>
          </ac:grpSpMkLst>
        </pc:grpChg>
        <pc:picChg chg="add mod">
          <ac:chgData name="Lesage, Charles" userId="0d6a34b2-b374-4f5b-aba4-0565be4e9ca1" providerId="ADAL" clId="{90413D3C-82A8-4271-B167-6CDDE36A54BF}" dt="2026-04-23T04:34:49.677" v="997" actId="164"/>
          <ac:picMkLst>
            <pc:docMk/>
            <pc:sldMk cId="3754227797" sldId="259"/>
            <ac:picMk id="6" creationId="{C60EA9BE-12FA-8E08-3BDA-617C2DB533AF}"/>
          </ac:picMkLst>
        </pc:picChg>
        <pc:picChg chg="add del mod">
          <ac:chgData name="Lesage, Charles" userId="0d6a34b2-b374-4f5b-aba4-0565be4e9ca1" providerId="ADAL" clId="{90413D3C-82A8-4271-B167-6CDDE36A54BF}" dt="2026-04-23T04:36:54.077" v="1021" actId="478"/>
          <ac:picMkLst>
            <pc:docMk/>
            <pc:sldMk cId="3754227797" sldId="259"/>
            <ac:picMk id="10" creationId="{089B4EB6-68BB-4B1E-F638-BF5F62E030EB}"/>
          </ac:picMkLst>
        </pc:picChg>
        <pc:picChg chg="add mod">
          <ac:chgData name="Lesage, Charles" userId="0d6a34b2-b374-4f5b-aba4-0565be4e9ca1" providerId="ADAL" clId="{90413D3C-82A8-4271-B167-6CDDE36A54BF}" dt="2026-04-23T04:37:08.701" v="1026" actId="1036"/>
          <ac:picMkLst>
            <pc:docMk/>
            <pc:sldMk cId="3754227797" sldId="259"/>
            <ac:picMk id="12" creationId="{3605C44A-DA19-BB89-F2FB-809061536F1B}"/>
          </ac:picMkLst>
        </pc:picChg>
      </pc:sldChg>
      <pc:sldChg chg="addSp delSp modSp mod">
        <pc:chgData name="Lesage, Charles" userId="0d6a34b2-b374-4f5b-aba4-0565be4e9ca1" providerId="ADAL" clId="{90413D3C-82A8-4271-B167-6CDDE36A54BF}" dt="2026-04-23T04:40:17.254" v="1172" actId="1076"/>
        <pc:sldMkLst>
          <pc:docMk/>
          <pc:sldMk cId="1649296538" sldId="260"/>
        </pc:sldMkLst>
        <pc:spChg chg="mod">
          <ac:chgData name="Lesage, Charles" userId="0d6a34b2-b374-4f5b-aba4-0565be4e9ca1" providerId="ADAL" clId="{90413D3C-82A8-4271-B167-6CDDE36A54BF}" dt="2026-04-23T04:40:00.701" v="1165" actId="20577"/>
          <ac:spMkLst>
            <pc:docMk/>
            <pc:sldMk cId="1649296538" sldId="260"/>
            <ac:spMk id="3" creationId="{2A4B8660-5C24-BC1E-A56D-1F1BD6AAD7CA}"/>
          </ac:spMkLst>
        </pc:spChg>
        <pc:spChg chg="add del">
          <ac:chgData name="Lesage, Charles" userId="0d6a34b2-b374-4f5b-aba4-0565be4e9ca1" providerId="ADAL" clId="{90413D3C-82A8-4271-B167-6CDDE36A54BF}" dt="2026-04-23T04:28:10.702" v="930" actId="478"/>
          <ac:spMkLst>
            <pc:docMk/>
            <pc:sldMk cId="1649296538" sldId="260"/>
            <ac:spMk id="4" creationId="{4E081368-7B47-0477-F202-0ED761018216}"/>
          </ac:spMkLst>
        </pc:spChg>
        <pc:spChg chg="add del">
          <ac:chgData name="Lesage, Charles" userId="0d6a34b2-b374-4f5b-aba4-0565be4e9ca1" providerId="ADAL" clId="{90413D3C-82A8-4271-B167-6CDDE36A54BF}" dt="2026-04-23T04:31:34.112" v="950" actId="22"/>
          <ac:spMkLst>
            <pc:docMk/>
            <pc:sldMk cId="1649296538" sldId="260"/>
            <ac:spMk id="14" creationId="{80406AC3-827D-579E-506E-AFF7D2AB55DF}"/>
          </ac:spMkLst>
        </pc:spChg>
        <pc:picChg chg="add mod">
          <ac:chgData name="Lesage, Charles" userId="0d6a34b2-b374-4f5b-aba4-0565be4e9ca1" providerId="ADAL" clId="{90413D3C-82A8-4271-B167-6CDDE36A54BF}" dt="2026-04-23T04:40:17.254" v="1172" actId="1076"/>
          <ac:picMkLst>
            <pc:docMk/>
            <pc:sldMk cId="1649296538" sldId="260"/>
            <ac:picMk id="6" creationId="{36089399-91FF-C67B-9DFE-04BAADD04E75}"/>
          </ac:picMkLst>
        </pc:picChg>
        <pc:picChg chg="add mod">
          <ac:chgData name="Lesage, Charles" userId="0d6a34b2-b374-4f5b-aba4-0565be4e9ca1" providerId="ADAL" clId="{90413D3C-82A8-4271-B167-6CDDE36A54BF}" dt="2026-04-23T04:40:12.414" v="1169" actId="1076"/>
          <ac:picMkLst>
            <pc:docMk/>
            <pc:sldMk cId="1649296538" sldId="260"/>
            <ac:picMk id="8" creationId="{5E7F28A3-19B2-5822-9F91-1B446322A69C}"/>
          </ac:picMkLst>
        </pc:picChg>
        <pc:picChg chg="add mod">
          <ac:chgData name="Lesage, Charles" userId="0d6a34b2-b374-4f5b-aba4-0565be4e9ca1" providerId="ADAL" clId="{90413D3C-82A8-4271-B167-6CDDE36A54BF}" dt="2026-04-23T04:33:18.751" v="980" actId="1076"/>
          <ac:picMkLst>
            <pc:docMk/>
            <pc:sldMk cId="1649296538" sldId="260"/>
            <ac:picMk id="10" creationId="{3926ABCF-018F-F606-D545-BE7856CAE39C}"/>
          </ac:picMkLst>
        </pc:picChg>
        <pc:picChg chg="add mod">
          <ac:chgData name="Lesage, Charles" userId="0d6a34b2-b374-4f5b-aba4-0565be4e9ca1" providerId="ADAL" clId="{90413D3C-82A8-4271-B167-6CDDE36A54BF}" dt="2026-04-23T04:33:23.581" v="982" actId="1076"/>
          <ac:picMkLst>
            <pc:docMk/>
            <pc:sldMk cId="1649296538" sldId="260"/>
            <ac:picMk id="12" creationId="{4B0F5BF6-6C71-2752-0D98-976D069603B5}"/>
          </ac:picMkLst>
        </pc:picChg>
        <pc:picChg chg="mod">
          <ac:chgData name="Lesage, Charles" userId="0d6a34b2-b374-4f5b-aba4-0565be4e9ca1" providerId="ADAL" clId="{90413D3C-82A8-4271-B167-6CDDE36A54BF}" dt="2026-04-23T04:39:36.118" v="1148" actId="1076"/>
          <ac:picMkLst>
            <pc:docMk/>
            <pc:sldMk cId="1649296538" sldId="260"/>
            <ac:picMk id="15" creationId="{21B1923E-391B-4EDC-C9C0-71BC1C9E1569}"/>
          </ac:picMkLst>
        </pc:picChg>
        <pc:picChg chg="del">
          <ac:chgData name="Lesage, Charles" userId="0d6a34b2-b374-4f5b-aba4-0565be4e9ca1" providerId="ADAL" clId="{90413D3C-82A8-4271-B167-6CDDE36A54BF}" dt="2026-04-23T04:31:45.068" v="952" actId="478"/>
          <ac:picMkLst>
            <pc:docMk/>
            <pc:sldMk cId="1649296538" sldId="260"/>
            <ac:picMk id="16" creationId="{04A83AD0-5431-DC95-B42F-6B056E7B1833}"/>
          </ac:picMkLst>
        </pc:picChg>
        <pc:picChg chg="add mod">
          <ac:chgData name="Lesage, Charles" userId="0d6a34b2-b374-4f5b-aba4-0565be4e9ca1" providerId="ADAL" clId="{90413D3C-82A8-4271-B167-6CDDE36A54BF}" dt="2026-04-23T04:33:31.398" v="986" actId="1076"/>
          <ac:picMkLst>
            <pc:docMk/>
            <pc:sldMk cId="1649296538" sldId="260"/>
            <ac:picMk id="18" creationId="{7E3BBF98-C88C-C35C-2832-6631D9545E23}"/>
          </ac:picMkLst>
        </pc:picChg>
        <pc:picChg chg="add mod">
          <ac:chgData name="Lesage, Charles" userId="0d6a34b2-b374-4f5b-aba4-0565be4e9ca1" providerId="ADAL" clId="{90413D3C-82A8-4271-B167-6CDDE36A54BF}" dt="2026-04-23T04:33:37.166" v="989" actId="1076"/>
          <ac:picMkLst>
            <pc:docMk/>
            <pc:sldMk cId="1649296538" sldId="260"/>
            <ac:picMk id="20" creationId="{20007958-AB58-1854-C653-710944827A66}"/>
          </ac:picMkLst>
        </pc:picChg>
        <pc:picChg chg="add del mod">
          <ac:chgData name="Lesage, Charles" userId="0d6a34b2-b374-4f5b-aba4-0565be4e9ca1" providerId="ADAL" clId="{90413D3C-82A8-4271-B167-6CDDE36A54BF}" dt="2026-04-23T04:28:10.702" v="930" actId="478"/>
          <ac:picMkLst>
            <pc:docMk/>
            <pc:sldMk cId="1649296538" sldId="260"/>
            <ac:picMk id="14338" creationId="{B4B7D0A7-62C8-F91E-9D2A-2ADE43786E38}"/>
          </ac:picMkLst>
        </pc:picChg>
      </pc:sldChg>
      <pc:sldChg chg="addSp modSp mod setBg">
        <pc:chgData name="Lesage, Charles" userId="0d6a34b2-b374-4f5b-aba4-0565be4e9ca1" providerId="ADAL" clId="{90413D3C-82A8-4271-B167-6CDDE36A54BF}" dt="2026-04-23T04:38:39.202" v="1103"/>
        <pc:sldMkLst>
          <pc:docMk/>
          <pc:sldMk cId="2086450348" sldId="261"/>
        </pc:sldMkLst>
        <pc:spChg chg="mod">
          <ac:chgData name="Lesage, Charles" userId="0d6a34b2-b374-4f5b-aba4-0565be4e9ca1" providerId="ADAL" clId="{90413D3C-82A8-4271-B167-6CDDE36A54BF}" dt="2026-04-23T04:24:13.916" v="814" actId="26606"/>
          <ac:spMkLst>
            <pc:docMk/>
            <pc:sldMk cId="2086450348" sldId="261"/>
            <ac:spMk id="2" creationId="{F8046CB0-694C-CC80-4998-99DF4A407A94}"/>
          </ac:spMkLst>
        </pc:spChg>
        <pc:spChg chg="mod">
          <ac:chgData name="Lesage, Charles" userId="0d6a34b2-b374-4f5b-aba4-0565be4e9ca1" providerId="ADAL" clId="{90413D3C-82A8-4271-B167-6CDDE36A54BF}" dt="2026-04-23T04:24:13.916" v="814" actId="26606"/>
          <ac:spMkLst>
            <pc:docMk/>
            <pc:sldMk cId="2086450348" sldId="261"/>
            <ac:spMk id="3" creationId="{195B3C79-1A2F-7037-E729-8096F052E4BE}"/>
          </ac:spMkLst>
        </pc:spChg>
        <pc:spChg chg="add">
          <ac:chgData name="Lesage, Charles" userId="0d6a34b2-b374-4f5b-aba4-0565be4e9ca1" providerId="ADAL" clId="{90413D3C-82A8-4271-B167-6CDDE36A54BF}" dt="2026-04-23T04:24:13.916" v="814" actId="26606"/>
          <ac:spMkLst>
            <pc:docMk/>
            <pc:sldMk cId="2086450348" sldId="261"/>
            <ac:spMk id="10" creationId="{F4979F40-3A44-4CCB-9EB7-F8318BCE576B}"/>
          </ac:spMkLst>
        </pc:spChg>
        <pc:spChg chg="add">
          <ac:chgData name="Lesage, Charles" userId="0d6a34b2-b374-4f5b-aba4-0565be4e9ca1" providerId="ADAL" clId="{90413D3C-82A8-4271-B167-6CDDE36A54BF}" dt="2026-04-23T04:24:13.916" v="814" actId="26606"/>
          <ac:spMkLst>
            <pc:docMk/>
            <pc:sldMk cId="2086450348" sldId="261"/>
            <ac:spMk id="14" creationId="{AFD071FA-0514-4371-9568-86216A1F4658}"/>
          </ac:spMkLst>
        </pc:spChg>
        <pc:spChg chg="add">
          <ac:chgData name="Lesage, Charles" userId="0d6a34b2-b374-4f5b-aba4-0565be4e9ca1" providerId="ADAL" clId="{90413D3C-82A8-4271-B167-6CDDE36A54BF}" dt="2026-04-23T04:24:13.916" v="814" actId="26606"/>
          <ac:spMkLst>
            <pc:docMk/>
            <pc:sldMk cId="2086450348" sldId="261"/>
            <ac:spMk id="16" creationId="{5211DDA4-E7B5-4325-A844-B7F59B084BA7}"/>
          </ac:spMkLst>
        </pc:spChg>
        <pc:picChg chg="add mod">
          <ac:chgData name="Lesage, Charles" userId="0d6a34b2-b374-4f5b-aba4-0565be4e9ca1" providerId="ADAL" clId="{90413D3C-82A8-4271-B167-6CDDE36A54BF}" dt="2026-04-23T04:24:13.916" v="814" actId="26606"/>
          <ac:picMkLst>
            <pc:docMk/>
            <pc:sldMk cId="2086450348" sldId="261"/>
            <ac:picMk id="5" creationId="{CCAC83F2-488A-107F-D524-FF697B868C43}"/>
          </ac:picMkLst>
        </pc:picChg>
        <pc:picChg chg="add">
          <ac:chgData name="Lesage, Charles" userId="0d6a34b2-b374-4f5b-aba4-0565be4e9ca1" providerId="ADAL" clId="{90413D3C-82A8-4271-B167-6CDDE36A54BF}" dt="2026-04-23T04:24:13.916" v="814" actId="26606"/>
          <ac:picMkLst>
            <pc:docMk/>
            <pc:sldMk cId="2086450348" sldId="261"/>
            <ac:picMk id="12" creationId="{15291D39-6B03-4BB5-BFC6-CBF11E90BFD6}"/>
          </ac:picMkLst>
        </pc:picChg>
        <pc:picChg chg="add">
          <ac:chgData name="Lesage, Charles" userId="0d6a34b2-b374-4f5b-aba4-0565be4e9ca1" providerId="ADAL" clId="{90413D3C-82A8-4271-B167-6CDDE36A54BF}" dt="2026-04-23T04:24:13.916" v="814" actId="26606"/>
          <ac:picMkLst>
            <pc:docMk/>
            <pc:sldMk cId="2086450348" sldId="261"/>
            <ac:picMk id="18" creationId="{0D58E222-6309-4F79-AC20-9D3C69CD9B16}"/>
          </ac:picMkLst>
        </pc:picChg>
      </pc:sldChg>
      <pc:sldChg chg="addSp delSp modSp mod setBg">
        <pc:chgData name="Lesage, Charles" userId="0d6a34b2-b374-4f5b-aba4-0565be4e9ca1" providerId="ADAL" clId="{90413D3C-82A8-4271-B167-6CDDE36A54BF}" dt="2026-04-23T04:38:58.083" v="1105"/>
        <pc:sldMkLst>
          <pc:docMk/>
          <pc:sldMk cId="1792107798" sldId="262"/>
        </pc:sldMkLst>
        <pc:spChg chg="mod">
          <ac:chgData name="Lesage, Charles" userId="0d6a34b2-b374-4f5b-aba4-0565be4e9ca1" providerId="ADAL" clId="{90413D3C-82A8-4271-B167-6CDDE36A54BF}" dt="2026-04-23T04:37:46.217" v="1064" actId="26606"/>
          <ac:spMkLst>
            <pc:docMk/>
            <pc:sldMk cId="1792107798" sldId="262"/>
            <ac:spMk id="2" creationId="{31C86B09-15E3-C733-7838-FF8A78895A74}"/>
          </ac:spMkLst>
        </pc:spChg>
        <pc:spChg chg="del mod">
          <ac:chgData name="Lesage, Charles" userId="0d6a34b2-b374-4f5b-aba4-0565be4e9ca1" providerId="ADAL" clId="{90413D3C-82A8-4271-B167-6CDDE36A54BF}" dt="2026-04-23T04:37:46.217" v="1064" actId="26606"/>
          <ac:spMkLst>
            <pc:docMk/>
            <pc:sldMk cId="1792107798" sldId="262"/>
            <ac:spMk id="3" creationId="{ACA8D4A4-94C7-DF76-9887-39ED527A4E4B}"/>
          </ac:spMkLst>
        </pc:spChg>
        <pc:spChg chg="add">
          <ac:chgData name="Lesage, Charles" userId="0d6a34b2-b374-4f5b-aba4-0565be4e9ca1" providerId="ADAL" clId="{90413D3C-82A8-4271-B167-6CDDE36A54BF}" dt="2026-04-23T04:37:46.217" v="1064" actId="26606"/>
          <ac:spMkLst>
            <pc:docMk/>
            <pc:sldMk cId="1792107798" sldId="262"/>
            <ac:spMk id="9" creationId="{B2A773CA-28F4-49C2-BFA3-49A5867C7AFB}"/>
          </ac:spMkLst>
        </pc:spChg>
        <pc:spChg chg="add">
          <ac:chgData name="Lesage, Charles" userId="0d6a34b2-b374-4f5b-aba4-0565be4e9ca1" providerId="ADAL" clId="{90413D3C-82A8-4271-B167-6CDDE36A54BF}" dt="2026-04-23T04:37:46.217" v="1064" actId="26606"/>
          <ac:spMkLst>
            <pc:docMk/>
            <pc:sldMk cId="1792107798" sldId="262"/>
            <ac:spMk id="13" creationId="{3009A16D-868B-4145-BBC6-555098537EC2}"/>
          </ac:spMkLst>
        </pc:spChg>
        <pc:spChg chg="add">
          <ac:chgData name="Lesage, Charles" userId="0d6a34b2-b374-4f5b-aba4-0565be4e9ca1" providerId="ADAL" clId="{90413D3C-82A8-4271-B167-6CDDE36A54BF}" dt="2026-04-23T04:37:46.217" v="1064" actId="26606"/>
          <ac:spMkLst>
            <pc:docMk/>
            <pc:sldMk cId="1792107798" sldId="262"/>
            <ac:spMk id="17" creationId="{2DCAE5CF-5D29-4779-83E1-BDB64E4F30E5}"/>
          </ac:spMkLst>
        </pc:spChg>
        <pc:graphicFrameChg chg="add">
          <ac:chgData name="Lesage, Charles" userId="0d6a34b2-b374-4f5b-aba4-0565be4e9ca1" providerId="ADAL" clId="{90413D3C-82A8-4271-B167-6CDDE36A54BF}" dt="2026-04-23T04:37:46.217" v="1064" actId="26606"/>
          <ac:graphicFrameMkLst>
            <pc:docMk/>
            <pc:sldMk cId="1792107798" sldId="262"/>
            <ac:graphicFrameMk id="5" creationId="{C89BEB87-8CF6-B30F-5E42-8A810399BDF6}"/>
          </ac:graphicFrameMkLst>
        </pc:graphicFrameChg>
        <pc:picChg chg="add">
          <ac:chgData name="Lesage, Charles" userId="0d6a34b2-b374-4f5b-aba4-0565be4e9ca1" providerId="ADAL" clId="{90413D3C-82A8-4271-B167-6CDDE36A54BF}" dt="2026-04-23T04:37:46.217" v="1064" actId="26606"/>
          <ac:picMkLst>
            <pc:docMk/>
            <pc:sldMk cId="1792107798" sldId="262"/>
            <ac:picMk id="11" creationId="{5D7C72BA-4476-4E4B-BC37-9A75FD0C5951}"/>
          </ac:picMkLst>
        </pc:picChg>
        <pc:picChg chg="add">
          <ac:chgData name="Lesage, Charles" userId="0d6a34b2-b374-4f5b-aba4-0565be4e9ca1" providerId="ADAL" clId="{90413D3C-82A8-4271-B167-6CDDE36A54BF}" dt="2026-04-23T04:37:46.217" v="1064" actId="26606"/>
          <ac:picMkLst>
            <pc:docMk/>
            <pc:sldMk cId="1792107798" sldId="262"/>
            <ac:picMk id="15" creationId="{3992EB33-38E1-4175-8EE2-9BB8CC159C7B}"/>
          </ac:picMkLst>
        </pc:picChg>
      </pc:sldChg>
      <pc:sldChg chg="addSp delSp modSp new mod setBg">
        <pc:chgData name="Lesage, Charles" userId="0d6a34b2-b374-4f5b-aba4-0565be4e9ca1" providerId="ADAL" clId="{90413D3C-82A8-4271-B167-6CDDE36A54BF}" dt="2026-04-23T04:57:56.350" v="1180" actId="26606"/>
        <pc:sldMkLst>
          <pc:docMk/>
          <pc:sldMk cId="2628009961" sldId="263"/>
        </pc:sldMkLst>
        <pc:spChg chg="del">
          <ac:chgData name="Lesage, Charles" userId="0d6a34b2-b374-4f5b-aba4-0565be4e9ca1" providerId="ADAL" clId="{90413D3C-82A8-4271-B167-6CDDE36A54BF}" dt="2026-04-23T04:56:11.916" v="1174" actId="478"/>
          <ac:spMkLst>
            <pc:docMk/>
            <pc:sldMk cId="2628009961" sldId="263"/>
            <ac:spMk id="2" creationId="{6B87329F-D640-C9CF-5D42-E99C2EC01816}"/>
          </ac:spMkLst>
        </pc:spChg>
        <pc:spChg chg="del">
          <ac:chgData name="Lesage, Charles" userId="0d6a34b2-b374-4f5b-aba4-0565be4e9ca1" providerId="ADAL" clId="{90413D3C-82A8-4271-B167-6CDDE36A54BF}" dt="2026-04-23T04:56:12.827" v="1175" actId="478"/>
          <ac:spMkLst>
            <pc:docMk/>
            <pc:sldMk cId="2628009961" sldId="263"/>
            <ac:spMk id="3" creationId="{8AA04629-4105-CCA1-6972-3CC2DE0E36B6}"/>
          </ac:spMkLst>
        </pc:spChg>
        <pc:spChg chg="add">
          <ac:chgData name="Lesage, Charles" userId="0d6a34b2-b374-4f5b-aba4-0565be4e9ca1" providerId="ADAL" clId="{90413D3C-82A8-4271-B167-6CDDE36A54BF}" dt="2026-04-23T04:57:56.350" v="1180" actId="26606"/>
          <ac:spMkLst>
            <pc:docMk/>
            <pc:sldMk cId="2628009961" sldId="263"/>
            <ac:spMk id="16" creationId="{EF7EC281-2ECA-4A08-B0F7-42750BF0CF48}"/>
          </ac:spMkLst>
        </pc:spChg>
        <pc:spChg chg="add">
          <ac:chgData name="Lesage, Charles" userId="0d6a34b2-b374-4f5b-aba4-0565be4e9ca1" providerId="ADAL" clId="{90413D3C-82A8-4271-B167-6CDDE36A54BF}" dt="2026-04-23T04:57:56.350" v="1180" actId="26606"/>
          <ac:spMkLst>
            <pc:docMk/>
            <pc:sldMk cId="2628009961" sldId="263"/>
            <ac:spMk id="18" creationId="{03043CC2-E060-443E-BBC4-197CCD7FEF8C}"/>
          </ac:spMkLst>
        </pc:spChg>
        <pc:spChg chg="add">
          <ac:chgData name="Lesage, Charles" userId="0d6a34b2-b374-4f5b-aba4-0565be4e9ca1" providerId="ADAL" clId="{90413D3C-82A8-4271-B167-6CDDE36A54BF}" dt="2026-04-23T04:57:56.350" v="1180" actId="26606"/>
          <ac:spMkLst>
            <pc:docMk/>
            <pc:sldMk cId="2628009961" sldId="263"/>
            <ac:spMk id="20" creationId="{1454BC00-0C10-4B2D-89D5-6405C87B87EB}"/>
          </ac:spMkLst>
        </pc:spChg>
        <pc:spChg chg="add">
          <ac:chgData name="Lesage, Charles" userId="0d6a34b2-b374-4f5b-aba4-0565be4e9ca1" providerId="ADAL" clId="{90413D3C-82A8-4271-B167-6CDDE36A54BF}" dt="2026-04-23T04:57:56.350" v="1180" actId="26606"/>
          <ac:spMkLst>
            <pc:docMk/>
            <pc:sldMk cId="2628009961" sldId="263"/>
            <ac:spMk id="22" creationId="{FCD6BFF0-ABAD-4639-8BBC-4F900322F5A6}"/>
          </ac:spMkLst>
        </pc:spChg>
        <pc:picChg chg="add mod">
          <ac:chgData name="Lesage, Charles" userId="0d6a34b2-b374-4f5b-aba4-0565be4e9ca1" providerId="ADAL" clId="{90413D3C-82A8-4271-B167-6CDDE36A54BF}" dt="2026-04-23T04:57:56.350" v="1180" actId="26606"/>
          <ac:picMkLst>
            <pc:docMk/>
            <pc:sldMk cId="2628009961" sldId="263"/>
            <ac:picMk id="5" creationId="{C0D3EDFA-7CE4-41E4-2E37-57FCC713B6CB}"/>
          </ac:picMkLst>
        </pc:picChg>
        <pc:picChg chg="add mod">
          <ac:chgData name="Lesage, Charles" userId="0d6a34b2-b374-4f5b-aba4-0565be4e9ca1" providerId="ADAL" clId="{90413D3C-82A8-4271-B167-6CDDE36A54BF}" dt="2026-04-23T04:57:56.350" v="1180" actId="26606"/>
          <ac:picMkLst>
            <pc:docMk/>
            <pc:sldMk cId="2628009961" sldId="263"/>
            <ac:picMk id="7" creationId="{AA85BDD9-342F-DB80-497D-370441C06AEA}"/>
          </ac:picMkLst>
        </pc:picChg>
        <pc:picChg chg="add">
          <ac:chgData name="Lesage, Charles" userId="0d6a34b2-b374-4f5b-aba4-0565be4e9ca1" providerId="ADAL" clId="{90413D3C-82A8-4271-B167-6CDDE36A54BF}" dt="2026-04-23T04:57:56.350" v="1180" actId="26606"/>
          <ac:picMkLst>
            <pc:docMk/>
            <pc:sldMk cId="2628009961" sldId="263"/>
            <ac:picMk id="12" creationId="{E60C72CA-E36E-44A3-B69C-BE9405C6A111}"/>
          </ac:picMkLst>
        </pc:picChg>
        <pc:picChg chg="add">
          <ac:chgData name="Lesage, Charles" userId="0d6a34b2-b374-4f5b-aba4-0565be4e9ca1" providerId="ADAL" clId="{90413D3C-82A8-4271-B167-6CDDE36A54BF}" dt="2026-04-23T04:57:56.350" v="1180" actId="26606"/>
          <ac:picMkLst>
            <pc:docMk/>
            <pc:sldMk cId="2628009961" sldId="263"/>
            <ac:picMk id="14" creationId="{E6F50D26-2AE2-40D5-AA0F-827E47F89A3E}"/>
          </ac:picMkLst>
        </pc:picChg>
      </pc:sldChg>
      <pc:sldChg chg="new del">
        <pc:chgData name="Lesage, Charles" userId="0d6a34b2-b374-4f5b-aba4-0565be4e9ca1" providerId="ADAL" clId="{90413D3C-82A8-4271-B167-6CDDE36A54BF}" dt="2026-04-24T00:44:31.061" v="1183" actId="47"/>
        <pc:sldMkLst>
          <pc:docMk/>
          <pc:sldMk cId="3805913025" sldId="264"/>
        </pc:sldMkLst>
      </pc:sldChg>
      <pc:sldChg chg="addSp delSp modSp new mod">
        <pc:chgData name="Lesage, Charles" userId="0d6a34b2-b374-4f5b-aba4-0565be4e9ca1" providerId="ADAL" clId="{90413D3C-82A8-4271-B167-6CDDE36A54BF}" dt="2026-04-24T00:57:32.188" v="1485" actId="790"/>
        <pc:sldMkLst>
          <pc:docMk/>
          <pc:sldMk cId="2310628576" sldId="265"/>
        </pc:sldMkLst>
        <pc:spChg chg="add del mod">
          <ac:chgData name="Lesage, Charles" userId="0d6a34b2-b374-4f5b-aba4-0565be4e9ca1" providerId="ADAL" clId="{90413D3C-82A8-4271-B167-6CDDE36A54BF}" dt="2026-04-24T00:46:03.504" v="1192" actId="478"/>
          <ac:spMkLst>
            <pc:docMk/>
            <pc:sldMk cId="2310628576" sldId="265"/>
            <ac:spMk id="9" creationId="{1BBDD8D5-2475-3470-A0D9-CFCD8E6E0C92}"/>
          </ac:spMkLst>
        </pc:spChg>
        <pc:spChg chg="add del mod or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14" creationId="{47B9B689-5F35-B7F8-AD69-9467B12B9374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36" creationId="{E02ED986-E545-E7D7-656B-F38F80903EDA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37" creationId="{049EAC50-9BDE-BDB0-7A74-E7536A322FC2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38" creationId="{0400FC4B-01E2-32FD-7F27-850CDC981B4A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39" creationId="{3CD5A17E-12AF-4492-FF70-47C86F77943F}"/>
          </ac:spMkLst>
        </pc:spChg>
        <pc:spChg chg="add mod">
          <ac:chgData name="Lesage, Charles" userId="0d6a34b2-b374-4f5b-aba4-0565be4e9ca1" providerId="ADAL" clId="{90413D3C-82A8-4271-B167-6CDDE36A54BF}" dt="2026-04-24T00:53:29.847" v="1354" actId="1076"/>
          <ac:spMkLst>
            <pc:docMk/>
            <pc:sldMk cId="2310628576" sldId="265"/>
            <ac:spMk id="40" creationId="{AA16ABC6-B3E9-C0E6-E30A-91449D6A6DD4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41" creationId="{EE94B1FC-FE31-48BE-A078-48976914D7FE}"/>
          </ac:spMkLst>
        </pc:spChg>
        <pc:spChg chg="add mod or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43" creationId="{8A00C761-FE5D-EA3D-45D3-66A3A9076EE5}"/>
          </ac:spMkLst>
        </pc:spChg>
        <pc:spChg chg="add mod ord">
          <ac:chgData name="Lesage, Charles" userId="0d6a34b2-b374-4f5b-aba4-0565be4e9ca1" providerId="ADAL" clId="{90413D3C-82A8-4271-B167-6CDDE36A54BF}" dt="2026-04-24T00:56:52.192" v="1484" actId="14100"/>
          <ac:spMkLst>
            <pc:docMk/>
            <pc:sldMk cId="2310628576" sldId="265"/>
            <ac:spMk id="44" creationId="{1E2DBB67-3330-BFE1-43BA-D7C5F2A423C4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45" creationId="{50B6268D-59CC-CD73-1AE3-7E3038076863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46" creationId="{05011E84-A7CB-E68C-8D5C-EBD81A278348}"/>
          </ac:spMkLst>
        </pc:spChg>
        <pc:spChg chg="add mod">
          <ac:chgData name="Lesage, Charles" userId="0d6a34b2-b374-4f5b-aba4-0565be4e9ca1" providerId="ADAL" clId="{90413D3C-82A8-4271-B167-6CDDE36A54BF}" dt="2026-04-24T00:57:32.188" v="1485" actId="790"/>
          <ac:spMkLst>
            <pc:docMk/>
            <pc:sldMk cId="2310628576" sldId="265"/>
            <ac:spMk id="47" creationId="{9D55F019-DF0B-4034-8ECF-D87AA7D407EA}"/>
          </ac:spMkLst>
        </pc:spChg>
        <pc:picChg chg="add mod">
          <ac:chgData name="Lesage, Charles" userId="0d6a34b2-b374-4f5b-aba4-0565be4e9ca1" providerId="ADAL" clId="{90413D3C-82A8-4271-B167-6CDDE36A54BF}" dt="2026-04-24T00:48:37.993" v="1249" actId="1076"/>
          <ac:picMkLst>
            <pc:docMk/>
            <pc:sldMk cId="2310628576" sldId="265"/>
            <ac:picMk id="2" creationId="{1787E8F6-75D5-8356-DBDE-7DE4469EAEB4}"/>
          </ac:picMkLst>
        </pc:picChg>
        <pc:picChg chg="add mod">
          <ac:chgData name="Lesage, Charles" userId="0d6a34b2-b374-4f5b-aba4-0565be4e9ca1" providerId="ADAL" clId="{90413D3C-82A8-4271-B167-6CDDE36A54BF}" dt="2026-04-24T00:52:12.113" v="1282" actId="1076"/>
          <ac:picMkLst>
            <pc:docMk/>
            <pc:sldMk cId="2310628576" sldId="265"/>
            <ac:picMk id="3" creationId="{7960B71C-BDCE-83C3-629B-AD454E641A45}"/>
          </ac:picMkLst>
        </pc:picChg>
        <pc:picChg chg="add mod">
          <ac:chgData name="Lesage, Charles" userId="0d6a34b2-b374-4f5b-aba4-0565be4e9ca1" providerId="ADAL" clId="{90413D3C-82A8-4271-B167-6CDDE36A54BF}" dt="2026-04-24T00:48:35.018" v="1248" actId="1076"/>
          <ac:picMkLst>
            <pc:docMk/>
            <pc:sldMk cId="2310628576" sldId="265"/>
            <ac:picMk id="4" creationId="{C40CF8D9-4FF7-F1DE-9B7B-F8F6D82F2A88}"/>
          </ac:picMkLst>
        </pc:picChg>
        <pc:picChg chg="add mod">
          <ac:chgData name="Lesage, Charles" userId="0d6a34b2-b374-4f5b-aba4-0565be4e9ca1" providerId="ADAL" clId="{90413D3C-82A8-4271-B167-6CDDE36A54BF}" dt="2026-04-24T00:56:28.240" v="1469" actId="1037"/>
          <ac:picMkLst>
            <pc:docMk/>
            <pc:sldMk cId="2310628576" sldId="265"/>
            <ac:picMk id="5" creationId="{566ECE98-2FAC-91B3-E655-40E90C07FF96}"/>
          </ac:picMkLst>
        </pc:picChg>
        <pc:picChg chg="add mod">
          <ac:chgData name="Lesage, Charles" userId="0d6a34b2-b374-4f5b-aba4-0565be4e9ca1" providerId="ADAL" clId="{90413D3C-82A8-4271-B167-6CDDE36A54BF}" dt="2026-04-24T00:53:49.632" v="1373" actId="1076"/>
          <ac:picMkLst>
            <pc:docMk/>
            <pc:sldMk cId="2310628576" sldId="265"/>
            <ac:picMk id="6" creationId="{7D3FFAB0-13FA-7D1B-E961-DC101C4E78DB}"/>
          </ac:picMkLst>
        </pc:picChg>
        <pc:picChg chg="add mod">
          <ac:chgData name="Lesage, Charles" userId="0d6a34b2-b374-4f5b-aba4-0565be4e9ca1" providerId="ADAL" clId="{90413D3C-82A8-4271-B167-6CDDE36A54BF}" dt="2026-04-24T00:56:28.240" v="1469" actId="1037"/>
          <ac:picMkLst>
            <pc:docMk/>
            <pc:sldMk cId="2310628576" sldId="265"/>
            <ac:picMk id="7" creationId="{47AA0271-4042-B73C-A3E1-CE4B572C968F}"/>
          </ac:picMkLst>
        </pc:picChg>
        <pc:picChg chg="add mod">
          <ac:chgData name="Lesage, Charles" userId="0d6a34b2-b374-4f5b-aba4-0565be4e9ca1" providerId="ADAL" clId="{90413D3C-82A8-4271-B167-6CDDE36A54BF}" dt="2026-04-24T00:51:58.154" v="1277" actId="1076"/>
          <ac:picMkLst>
            <pc:docMk/>
            <pc:sldMk cId="2310628576" sldId="265"/>
            <ac:picMk id="8" creationId="{76688019-28D6-4B5B-FF73-FEA5F71EF375}"/>
          </ac:picMkLst>
        </pc:picChg>
        <pc:picChg chg="add mod">
          <ac:chgData name="Lesage, Charles" userId="0d6a34b2-b374-4f5b-aba4-0565be4e9ca1" providerId="ADAL" clId="{90413D3C-82A8-4271-B167-6CDDE36A54BF}" dt="2026-04-24T00:52:06.620" v="1280" actId="1076"/>
          <ac:picMkLst>
            <pc:docMk/>
            <pc:sldMk cId="2310628576" sldId="265"/>
            <ac:picMk id="11" creationId="{66AD917A-CD76-46FE-0AA8-8E3865CABEF9}"/>
          </ac:picMkLst>
        </pc:picChg>
        <pc:picChg chg="add mod">
          <ac:chgData name="Lesage, Charles" userId="0d6a34b2-b374-4f5b-aba4-0565be4e9ca1" providerId="ADAL" clId="{90413D3C-82A8-4271-B167-6CDDE36A54BF}" dt="2026-04-24T00:56:38.217" v="1474" actId="1076"/>
          <ac:picMkLst>
            <pc:docMk/>
            <pc:sldMk cId="2310628576" sldId="265"/>
            <ac:picMk id="13" creationId="{EB969AA7-D204-E654-D6B8-FCEDC2A1A726}"/>
          </ac:picMkLst>
        </pc:picChg>
        <pc:cxnChg chg="add mod">
          <ac:chgData name="Lesage, Charles" userId="0d6a34b2-b374-4f5b-aba4-0565be4e9ca1" providerId="ADAL" clId="{90413D3C-82A8-4271-B167-6CDDE36A54BF}" dt="2026-04-24T00:52:09.568" v="1281" actId="14100"/>
          <ac:cxnSpMkLst>
            <pc:docMk/>
            <pc:sldMk cId="2310628576" sldId="265"/>
            <ac:cxnSpMk id="16" creationId="{976265DB-27E4-E366-304D-17F9CACC09FE}"/>
          </ac:cxnSpMkLst>
        </pc:cxnChg>
        <pc:cxnChg chg="add del">
          <ac:chgData name="Lesage, Charles" userId="0d6a34b2-b374-4f5b-aba4-0565be4e9ca1" providerId="ADAL" clId="{90413D3C-82A8-4271-B167-6CDDE36A54BF}" dt="2026-04-24T00:49:36.737" v="1259" actId="478"/>
          <ac:cxnSpMkLst>
            <pc:docMk/>
            <pc:sldMk cId="2310628576" sldId="265"/>
            <ac:cxnSpMk id="18" creationId="{1C0A7EFE-B255-561D-62D5-E0D16F081023}"/>
          </ac:cxnSpMkLst>
        </pc:cxnChg>
        <pc:cxnChg chg="add mod">
          <ac:chgData name="Lesage, Charles" userId="0d6a34b2-b374-4f5b-aba4-0565be4e9ca1" providerId="ADAL" clId="{90413D3C-82A8-4271-B167-6CDDE36A54BF}" dt="2026-04-24T00:52:02.872" v="1279" actId="14100"/>
          <ac:cxnSpMkLst>
            <pc:docMk/>
            <pc:sldMk cId="2310628576" sldId="265"/>
            <ac:cxnSpMk id="20" creationId="{FF9E278C-1118-1360-3BB9-E595183E992A}"/>
          </ac:cxnSpMkLst>
        </pc:cxnChg>
        <pc:cxnChg chg="add mod">
          <ac:chgData name="Lesage, Charles" userId="0d6a34b2-b374-4f5b-aba4-0565be4e9ca1" providerId="ADAL" clId="{90413D3C-82A8-4271-B167-6CDDE36A54BF}" dt="2026-04-24T00:51:58.154" v="1277" actId="1076"/>
          <ac:cxnSpMkLst>
            <pc:docMk/>
            <pc:sldMk cId="2310628576" sldId="265"/>
            <ac:cxnSpMk id="23" creationId="{F1D01748-EDC7-39BE-828B-AE9E6F74A3EC}"/>
          </ac:cxnSpMkLst>
        </pc:cxnChg>
        <pc:cxnChg chg="add mod">
          <ac:chgData name="Lesage, Charles" userId="0d6a34b2-b374-4f5b-aba4-0565be4e9ca1" providerId="ADAL" clId="{90413D3C-82A8-4271-B167-6CDDE36A54BF}" dt="2026-04-24T00:52:00.201" v="1278" actId="14100"/>
          <ac:cxnSpMkLst>
            <pc:docMk/>
            <pc:sldMk cId="2310628576" sldId="265"/>
            <ac:cxnSpMk id="26" creationId="{555C108E-00E5-F742-BD4F-1E7F40102F53}"/>
          </ac:cxnSpMkLst>
        </pc:cxnChg>
        <pc:cxnChg chg="add mod">
          <ac:chgData name="Lesage, Charles" userId="0d6a34b2-b374-4f5b-aba4-0565be4e9ca1" providerId="ADAL" clId="{90413D3C-82A8-4271-B167-6CDDE36A54BF}" dt="2026-04-24T00:51:11.641" v="1272" actId="14100"/>
          <ac:cxnSpMkLst>
            <pc:docMk/>
            <pc:sldMk cId="2310628576" sldId="265"/>
            <ac:cxnSpMk id="28" creationId="{D46B19FB-CFC4-80F1-E882-1B0FD12B672B}"/>
          </ac:cxnSpMkLst>
        </pc:cxnChg>
        <pc:cxnChg chg="add mod">
          <ac:chgData name="Lesage, Charles" userId="0d6a34b2-b374-4f5b-aba4-0565be4e9ca1" providerId="ADAL" clId="{90413D3C-82A8-4271-B167-6CDDE36A54BF}" dt="2026-04-24T00:53:49.632" v="1373" actId="1076"/>
          <ac:cxnSpMkLst>
            <pc:docMk/>
            <pc:sldMk cId="2310628576" sldId="265"/>
            <ac:cxnSpMk id="31" creationId="{B1F97DFE-93D8-BBB3-7B21-00D94FCA0C2E}"/>
          </ac:cxnSpMkLst>
        </pc:cxnChg>
      </pc:sldChg>
      <pc:sldMasterChg chg="setBg">
        <pc:chgData name="Lesage, Charles" userId="0d6a34b2-b374-4f5b-aba4-0565be4e9ca1" providerId="ADAL" clId="{90413D3C-82A8-4271-B167-6CDDE36A54BF}" dt="2026-04-21T01:00:17.332" v="631"/>
        <pc:sldMasterMkLst>
          <pc:docMk/>
          <pc:sldMasterMk cId="2997601533" sldId="2147483660"/>
        </pc:sldMasterMkLst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E09163-2698-45B2-B296-AB64940CFA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904CA8-153D-4607-8629-F02E7864B653}">
      <dgm:prSet/>
      <dgm:spPr/>
      <dgm:t>
        <a:bodyPr/>
        <a:lstStyle/>
        <a:p>
          <a:r>
            <a:rPr lang="fr-CA"/>
            <a:t>Évolutions futures de l’application</a:t>
          </a:r>
          <a:endParaRPr lang="en-US"/>
        </a:p>
      </dgm:t>
    </dgm:pt>
    <dgm:pt modelId="{1CCCD767-9AFF-460C-8CE2-7F9499BCA5C3}" type="parTrans" cxnId="{4CDC6C46-59CC-47BA-A797-B39553F855D9}">
      <dgm:prSet/>
      <dgm:spPr/>
      <dgm:t>
        <a:bodyPr/>
        <a:lstStyle/>
        <a:p>
          <a:endParaRPr lang="en-US"/>
        </a:p>
      </dgm:t>
    </dgm:pt>
    <dgm:pt modelId="{9FED7D9B-49AF-45D6-9D60-BB2F14A44062}" type="sibTrans" cxnId="{4CDC6C46-59CC-47BA-A797-B39553F855D9}">
      <dgm:prSet/>
      <dgm:spPr/>
      <dgm:t>
        <a:bodyPr/>
        <a:lstStyle/>
        <a:p>
          <a:endParaRPr lang="en-US"/>
        </a:p>
      </dgm:t>
    </dgm:pt>
    <dgm:pt modelId="{622C400E-8D6F-48F8-BC93-585653BD0B1F}">
      <dgm:prSet/>
      <dgm:spPr/>
      <dgm:t>
        <a:bodyPr/>
        <a:lstStyle/>
        <a:p>
          <a:r>
            <a:rPr lang="fr-CA"/>
            <a:t>Apprentissages réalisés lors du développement</a:t>
          </a:r>
          <a:endParaRPr lang="en-US"/>
        </a:p>
      </dgm:t>
    </dgm:pt>
    <dgm:pt modelId="{A836C451-5FC8-4B5E-A983-2C7AF9954915}" type="parTrans" cxnId="{E58852B5-E17C-4664-A111-BC3E1B551BBD}">
      <dgm:prSet/>
      <dgm:spPr/>
      <dgm:t>
        <a:bodyPr/>
        <a:lstStyle/>
        <a:p>
          <a:endParaRPr lang="en-US"/>
        </a:p>
      </dgm:t>
    </dgm:pt>
    <dgm:pt modelId="{786E2154-440D-4A60-BBF9-582AF3704C63}" type="sibTrans" cxnId="{E58852B5-E17C-4664-A111-BC3E1B551BBD}">
      <dgm:prSet/>
      <dgm:spPr/>
      <dgm:t>
        <a:bodyPr/>
        <a:lstStyle/>
        <a:p>
          <a:endParaRPr lang="en-US"/>
        </a:p>
      </dgm:t>
    </dgm:pt>
    <dgm:pt modelId="{FEAD3080-1667-4AF3-A17E-6F24E3204060}" type="pres">
      <dgm:prSet presAssocID="{F0E09163-2698-45B2-B296-AB64940CFAE3}" presName="root" presStyleCnt="0">
        <dgm:presLayoutVars>
          <dgm:dir/>
          <dgm:resizeHandles val="exact"/>
        </dgm:presLayoutVars>
      </dgm:prSet>
      <dgm:spPr/>
    </dgm:pt>
    <dgm:pt modelId="{FCF18185-7CB9-4FAE-BDF0-4A1D1D931F94}" type="pres">
      <dgm:prSet presAssocID="{FD904CA8-153D-4607-8629-F02E7864B653}" presName="compNode" presStyleCnt="0"/>
      <dgm:spPr/>
    </dgm:pt>
    <dgm:pt modelId="{AC65084C-83BE-483F-9B5F-B78E552E6EAB}" type="pres">
      <dgm:prSet presAssocID="{FD904CA8-153D-4607-8629-F02E7864B653}" presName="bgRect" presStyleLbl="bgShp" presStyleIdx="0" presStyleCnt="2"/>
      <dgm:spPr/>
    </dgm:pt>
    <dgm:pt modelId="{96CB5097-5BC8-4EB6-9E9B-DB4EDBCAC534}" type="pres">
      <dgm:prSet presAssocID="{FD904CA8-153D-4607-8629-F02E7864B65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sée"/>
        </a:ext>
      </dgm:extLst>
    </dgm:pt>
    <dgm:pt modelId="{886043BD-84F4-4746-AFC3-1E31453E1ABC}" type="pres">
      <dgm:prSet presAssocID="{FD904CA8-153D-4607-8629-F02E7864B653}" presName="spaceRect" presStyleCnt="0"/>
      <dgm:spPr/>
    </dgm:pt>
    <dgm:pt modelId="{37F3ABE0-E316-4697-83C7-5AECD2AF5019}" type="pres">
      <dgm:prSet presAssocID="{FD904CA8-153D-4607-8629-F02E7864B653}" presName="parTx" presStyleLbl="revTx" presStyleIdx="0" presStyleCnt="2">
        <dgm:presLayoutVars>
          <dgm:chMax val="0"/>
          <dgm:chPref val="0"/>
        </dgm:presLayoutVars>
      </dgm:prSet>
      <dgm:spPr/>
    </dgm:pt>
    <dgm:pt modelId="{74856EEB-F5E0-482F-ABBF-A4BA83A2BF1B}" type="pres">
      <dgm:prSet presAssocID="{9FED7D9B-49AF-45D6-9D60-BB2F14A44062}" presName="sibTrans" presStyleCnt="0"/>
      <dgm:spPr/>
    </dgm:pt>
    <dgm:pt modelId="{533D7708-C817-44AB-8F66-4D92E5989605}" type="pres">
      <dgm:prSet presAssocID="{622C400E-8D6F-48F8-BC93-585653BD0B1F}" presName="compNode" presStyleCnt="0"/>
      <dgm:spPr/>
    </dgm:pt>
    <dgm:pt modelId="{A3D61919-E1C7-422C-9393-CF5145E55A0F}" type="pres">
      <dgm:prSet presAssocID="{622C400E-8D6F-48F8-BC93-585653BD0B1F}" presName="bgRect" presStyleLbl="bgShp" presStyleIdx="1" presStyleCnt="2"/>
      <dgm:spPr/>
    </dgm:pt>
    <dgm:pt modelId="{4A4D7164-1B87-4C9C-A1A2-B7187FC8EC9A}" type="pres">
      <dgm:prSet presAssocID="{622C400E-8D6F-48F8-BC93-585653BD0B1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7B807701-727A-400A-ACC3-74952E45FEDA}" type="pres">
      <dgm:prSet presAssocID="{622C400E-8D6F-48F8-BC93-585653BD0B1F}" presName="spaceRect" presStyleCnt="0"/>
      <dgm:spPr/>
    </dgm:pt>
    <dgm:pt modelId="{A02870AD-1876-4BAD-B13B-25C293D0B56D}" type="pres">
      <dgm:prSet presAssocID="{622C400E-8D6F-48F8-BC93-585653BD0B1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6A7E318-3262-4653-BB77-4E84C4C120B9}" type="presOf" srcId="{F0E09163-2698-45B2-B296-AB64940CFAE3}" destId="{FEAD3080-1667-4AF3-A17E-6F24E3204060}" srcOrd="0" destOrd="0" presId="urn:microsoft.com/office/officeart/2018/2/layout/IconVerticalSolidList"/>
    <dgm:cxn modelId="{227B0565-910D-4FB3-88D4-9FB418727E1B}" type="presOf" srcId="{622C400E-8D6F-48F8-BC93-585653BD0B1F}" destId="{A02870AD-1876-4BAD-B13B-25C293D0B56D}" srcOrd="0" destOrd="0" presId="urn:microsoft.com/office/officeart/2018/2/layout/IconVerticalSolidList"/>
    <dgm:cxn modelId="{4CDC6C46-59CC-47BA-A797-B39553F855D9}" srcId="{F0E09163-2698-45B2-B296-AB64940CFAE3}" destId="{FD904CA8-153D-4607-8629-F02E7864B653}" srcOrd="0" destOrd="0" parTransId="{1CCCD767-9AFF-460C-8CE2-7F9499BCA5C3}" sibTransId="{9FED7D9B-49AF-45D6-9D60-BB2F14A44062}"/>
    <dgm:cxn modelId="{E58852B5-E17C-4664-A111-BC3E1B551BBD}" srcId="{F0E09163-2698-45B2-B296-AB64940CFAE3}" destId="{622C400E-8D6F-48F8-BC93-585653BD0B1F}" srcOrd="1" destOrd="0" parTransId="{A836C451-5FC8-4B5E-A983-2C7AF9954915}" sibTransId="{786E2154-440D-4A60-BBF9-582AF3704C63}"/>
    <dgm:cxn modelId="{ABF3EAF1-5144-46E4-BC32-E38F461BD3C7}" type="presOf" srcId="{FD904CA8-153D-4607-8629-F02E7864B653}" destId="{37F3ABE0-E316-4697-83C7-5AECD2AF5019}" srcOrd="0" destOrd="0" presId="urn:microsoft.com/office/officeart/2018/2/layout/IconVerticalSolidList"/>
    <dgm:cxn modelId="{D6474D30-9A19-4032-921E-82C6C75B731F}" type="presParOf" srcId="{FEAD3080-1667-4AF3-A17E-6F24E3204060}" destId="{FCF18185-7CB9-4FAE-BDF0-4A1D1D931F94}" srcOrd="0" destOrd="0" presId="urn:microsoft.com/office/officeart/2018/2/layout/IconVerticalSolidList"/>
    <dgm:cxn modelId="{FB4C07D8-6DF1-445E-B21A-DA50DA3361E4}" type="presParOf" srcId="{FCF18185-7CB9-4FAE-BDF0-4A1D1D931F94}" destId="{AC65084C-83BE-483F-9B5F-B78E552E6EAB}" srcOrd="0" destOrd="0" presId="urn:microsoft.com/office/officeart/2018/2/layout/IconVerticalSolidList"/>
    <dgm:cxn modelId="{01FF4FDF-ACB6-4E60-8A85-9505C1D2A15C}" type="presParOf" srcId="{FCF18185-7CB9-4FAE-BDF0-4A1D1D931F94}" destId="{96CB5097-5BC8-4EB6-9E9B-DB4EDBCAC534}" srcOrd="1" destOrd="0" presId="urn:microsoft.com/office/officeart/2018/2/layout/IconVerticalSolidList"/>
    <dgm:cxn modelId="{1ADB1018-7AB7-42A9-B5F4-7161D2E4E62A}" type="presParOf" srcId="{FCF18185-7CB9-4FAE-BDF0-4A1D1D931F94}" destId="{886043BD-84F4-4746-AFC3-1E31453E1ABC}" srcOrd="2" destOrd="0" presId="urn:microsoft.com/office/officeart/2018/2/layout/IconVerticalSolidList"/>
    <dgm:cxn modelId="{064DA407-AC46-478C-96B7-416FFFEA256E}" type="presParOf" srcId="{FCF18185-7CB9-4FAE-BDF0-4A1D1D931F94}" destId="{37F3ABE0-E316-4697-83C7-5AECD2AF5019}" srcOrd="3" destOrd="0" presId="urn:microsoft.com/office/officeart/2018/2/layout/IconVerticalSolidList"/>
    <dgm:cxn modelId="{E19C17CE-157D-47E4-8396-64221E58C754}" type="presParOf" srcId="{FEAD3080-1667-4AF3-A17E-6F24E3204060}" destId="{74856EEB-F5E0-482F-ABBF-A4BA83A2BF1B}" srcOrd="1" destOrd="0" presId="urn:microsoft.com/office/officeart/2018/2/layout/IconVerticalSolidList"/>
    <dgm:cxn modelId="{D3EF068D-C288-444E-B69B-B71D98CE022A}" type="presParOf" srcId="{FEAD3080-1667-4AF3-A17E-6F24E3204060}" destId="{533D7708-C817-44AB-8F66-4D92E5989605}" srcOrd="2" destOrd="0" presId="urn:microsoft.com/office/officeart/2018/2/layout/IconVerticalSolidList"/>
    <dgm:cxn modelId="{4E607A54-CFBF-48B3-BE5B-DCCAB683F21B}" type="presParOf" srcId="{533D7708-C817-44AB-8F66-4D92E5989605}" destId="{A3D61919-E1C7-422C-9393-CF5145E55A0F}" srcOrd="0" destOrd="0" presId="urn:microsoft.com/office/officeart/2018/2/layout/IconVerticalSolidList"/>
    <dgm:cxn modelId="{CBF8CA0F-0BA0-445A-9014-E5AEF4FA7E34}" type="presParOf" srcId="{533D7708-C817-44AB-8F66-4D92E5989605}" destId="{4A4D7164-1B87-4C9C-A1A2-B7187FC8EC9A}" srcOrd="1" destOrd="0" presId="urn:microsoft.com/office/officeart/2018/2/layout/IconVerticalSolidList"/>
    <dgm:cxn modelId="{DEE6F363-3B61-4F3E-BCC3-7BEF0DB4A99A}" type="presParOf" srcId="{533D7708-C817-44AB-8F66-4D92E5989605}" destId="{7B807701-727A-400A-ACC3-74952E45FEDA}" srcOrd="2" destOrd="0" presId="urn:microsoft.com/office/officeart/2018/2/layout/IconVerticalSolidList"/>
    <dgm:cxn modelId="{21E31282-A3DC-458E-B4E5-FAD00C2B60E2}" type="presParOf" srcId="{533D7708-C817-44AB-8F66-4D92E5989605}" destId="{A02870AD-1876-4BAD-B13B-25C293D0B5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5084C-83BE-483F-9B5F-B78E552E6EAB}">
      <dsp:nvSpPr>
        <dsp:cNvPr id="0" name=""/>
        <dsp:cNvSpPr/>
      </dsp:nvSpPr>
      <dsp:spPr>
        <a:xfrm>
          <a:off x="0" y="906502"/>
          <a:ext cx="6261100" cy="16735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B5097-5BC8-4EB6-9E9B-DB4EDBCAC534}">
      <dsp:nvSpPr>
        <dsp:cNvPr id="0" name=""/>
        <dsp:cNvSpPr/>
      </dsp:nvSpPr>
      <dsp:spPr>
        <a:xfrm>
          <a:off x="506246" y="1283049"/>
          <a:ext cx="920448" cy="9204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3ABE0-E316-4697-83C7-5AECD2AF5019}">
      <dsp:nvSpPr>
        <dsp:cNvPr id="0" name=""/>
        <dsp:cNvSpPr/>
      </dsp:nvSpPr>
      <dsp:spPr>
        <a:xfrm>
          <a:off x="1932941" y="906502"/>
          <a:ext cx="4328158" cy="1673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17" tIns="177117" rIns="177117" bIns="1771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Évolutions futures de l’application</a:t>
          </a:r>
          <a:endParaRPr lang="en-US" sz="2500" kern="1200"/>
        </a:p>
      </dsp:txBody>
      <dsp:txXfrm>
        <a:off x="1932941" y="906502"/>
        <a:ext cx="4328158" cy="1673542"/>
      </dsp:txXfrm>
    </dsp:sp>
    <dsp:sp modelId="{A3D61919-E1C7-422C-9393-CF5145E55A0F}">
      <dsp:nvSpPr>
        <dsp:cNvPr id="0" name=""/>
        <dsp:cNvSpPr/>
      </dsp:nvSpPr>
      <dsp:spPr>
        <a:xfrm>
          <a:off x="0" y="2998430"/>
          <a:ext cx="6261100" cy="16735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D7164-1B87-4C9C-A1A2-B7187FC8EC9A}">
      <dsp:nvSpPr>
        <dsp:cNvPr id="0" name=""/>
        <dsp:cNvSpPr/>
      </dsp:nvSpPr>
      <dsp:spPr>
        <a:xfrm>
          <a:off x="506246" y="3374977"/>
          <a:ext cx="920448" cy="9204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870AD-1876-4BAD-B13B-25C293D0B56D}">
      <dsp:nvSpPr>
        <dsp:cNvPr id="0" name=""/>
        <dsp:cNvSpPr/>
      </dsp:nvSpPr>
      <dsp:spPr>
        <a:xfrm>
          <a:off x="1932941" y="2998430"/>
          <a:ext cx="4328158" cy="1673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17" tIns="177117" rIns="177117" bIns="1771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Apprentissages réalisés lors du développement</a:t>
          </a:r>
          <a:endParaRPr lang="en-US" sz="2500" kern="1200"/>
        </a:p>
      </dsp:txBody>
      <dsp:txXfrm>
        <a:off x="1932941" y="2998430"/>
        <a:ext cx="4328158" cy="1673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800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368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902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940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0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065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871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832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157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690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4726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183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2159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066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683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879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937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9A74-329B-4336-96AE-B69D09350AB2}" type="datetimeFigureOut">
              <a:rPr lang="fr-CA" smtClean="0"/>
              <a:t>2026-04-23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95528-573C-42B3-B2C5-52E6D8300A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760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vgrepo.com/vectors/" TargetMode="External"/><Relationship Id="rId2" Type="http://schemas.openxmlformats.org/officeDocument/2006/relationships/hyperlink" Target="https://upload.wikimedia.org/wikipedia/commons/5/59/Ecole_de_technologie_superieure_05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shboardicons.com/icons/supab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51CC4FB-B53A-9C19-5B08-0FC43CE9F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8" r="21015" b="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4D2E2866-696C-BDB8-2DA2-775A5B6AB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68707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CA">
                <a:solidFill>
                  <a:srgbClr val="FFFFFF"/>
                </a:solidFill>
              </a:rPr>
              <a:t>Par: Ricardo Andres Ramirez Borjas, Loïc Beaudin-Kerzérho, Jeremy Chheang, Ares Gabrielyan, Théo Houlachi et Xavier Van Winden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278160-711E-E607-0D73-49464D545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322" y="2867453"/>
            <a:ext cx="5361355" cy="112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8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046CB0-694C-CC80-4998-99DF4A40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fr-CA" sz="2400"/>
              <a:t>Introduction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5B3C79-1A2F-7037-E729-8096F052E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fr-CA" sz="1400"/>
              <a:t>Objectifs</a:t>
            </a:r>
          </a:p>
          <a:p>
            <a:r>
              <a:rPr lang="fr-CA" sz="1400"/>
              <a:t>Pourquoi VillagETS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AC83F2-488A-107F-D524-FF697B868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0" y="1916488"/>
            <a:ext cx="6269479" cy="302502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645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E6C65-994C-622E-D4B9-AE67DAB1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Technologies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B8660-5C24-BC1E-A56D-1F1BD6AA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 err="1"/>
              <a:t>React</a:t>
            </a:r>
            <a:r>
              <a:rPr lang="fr-CA" dirty="0"/>
              <a:t> (</a:t>
            </a:r>
            <a:r>
              <a:rPr lang="fr-CA" dirty="0" err="1"/>
              <a:t>jsx</a:t>
            </a:r>
            <a:r>
              <a:rPr lang="fr-CA" dirty="0"/>
              <a:t> + CSS)</a:t>
            </a:r>
          </a:p>
          <a:p>
            <a:r>
              <a:rPr lang="fr-CA" dirty="0"/>
              <a:t>Android Java</a:t>
            </a:r>
          </a:p>
          <a:p>
            <a:r>
              <a:rPr lang="fr-CA" dirty="0"/>
              <a:t>API REST C# .NET</a:t>
            </a:r>
          </a:p>
          <a:p>
            <a:r>
              <a:rPr lang="fr-CA" dirty="0" err="1"/>
              <a:t>Supabase</a:t>
            </a:r>
            <a:r>
              <a:rPr lang="fr-CA" dirty="0"/>
              <a:t> (SQL)</a:t>
            </a:r>
          </a:p>
          <a:p>
            <a:r>
              <a:rPr lang="fr-CA" dirty="0"/>
              <a:t>Proxmox – Container Debian avec Docker</a:t>
            </a:r>
          </a:p>
          <a:p>
            <a:r>
              <a:rPr lang="fr-CA" dirty="0"/>
              <a:t>Tunnel Cloudflare 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36089399-91FF-C67B-9DFE-04BAADD04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908" y="351420"/>
            <a:ext cx="2463873" cy="246387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5E7F28A3-19B2-5822-9F91-1B446322A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7673" y="407925"/>
            <a:ext cx="2289181" cy="2289181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926ABCF-018F-F606-D545-BE7856CAE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6050" y="2736227"/>
            <a:ext cx="2216503" cy="2216503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4B0F5BF6-6C71-2752-0D98-976D06960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94182" y="5034841"/>
            <a:ext cx="1654864" cy="1654864"/>
          </a:xfrm>
          <a:prstGeom prst="rect">
            <a:avLst/>
          </a:prstGeom>
        </p:spPr>
      </p:pic>
      <p:pic>
        <p:nvPicPr>
          <p:cNvPr id="15" name="Image 14" descr="Supabase Icon | Dashboard Icons">
            <a:extLst>
              <a:ext uri="{FF2B5EF4-FFF2-40B4-BE49-F238E27FC236}">
                <a16:creationId xmlns:a16="http://schemas.microsoft.com/office/drawing/2014/main" id="{21B1923E-391B-4EDC-C9C0-71BC1C9E1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8645" y="2614765"/>
            <a:ext cx="2216502" cy="2216502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E3BBF98-C88C-C35C-2832-6631D9545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1965" y="5127495"/>
            <a:ext cx="1507804" cy="1507804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20007958-AB58-1854-C653-710944827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88617" y="5034840"/>
            <a:ext cx="1654865" cy="165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9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7B9B689-5F35-B7F8-AD69-9467B12B9374}"/>
              </a:ext>
            </a:extLst>
          </p:cNvPr>
          <p:cNvSpPr/>
          <p:nvPr/>
        </p:nvSpPr>
        <p:spPr>
          <a:xfrm>
            <a:off x="815136" y="2725991"/>
            <a:ext cx="6179784" cy="286454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00C761-FE5D-EA3D-45D3-66A3A9076EE5}"/>
              </a:ext>
            </a:extLst>
          </p:cNvPr>
          <p:cNvSpPr/>
          <p:nvPr/>
        </p:nvSpPr>
        <p:spPr>
          <a:xfrm>
            <a:off x="1553448" y="2874503"/>
            <a:ext cx="5319711" cy="263082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2DBB67-3330-BFE1-43BA-D7C5F2A423C4}"/>
              </a:ext>
            </a:extLst>
          </p:cNvPr>
          <p:cNvSpPr/>
          <p:nvPr/>
        </p:nvSpPr>
        <p:spPr>
          <a:xfrm>
            <a:off x="2457092" y="3026903"/>
            <a:ext cx="4290392" cy="236062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1787E8F6-75D5-8356-DBDE-7DE4469EAE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51734" y="3606625"/>
            <a:ext cx="1260665" cy="1260665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7960B71C-BDCE-83C3-629B-AD454E641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1376" y="204254"/>
            <a:ext cx="1148418" cy="1148418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C40CF8D9-4FF7-F1DE-9B7B-F8F6D82F2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94" y="3705270"/>
            <a:ext cx="1148418" cy="1148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566ECE98-2FAC-91B3-E655-40E90C07FF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7954" y="3044196"/>
            <a:ext cx="656758" cy="656758"/>
          </a:xfrm>
          <a:prstGeom prst="rect">
            <a:avLst/>
          </a:prstGeom>
        </p:spPr>
      </p:pic>
      <p:pic>
        <p:nvPicPr>
          <p:cNvPr id="6" name="Image 5" descr="Supabase Icon | Dashboard Icons">
            <a:extLst>
              <a:ext uri="{FF2B5EF4-FFF2-40B4-BE49-F238E27FC236}">
                <a16:creationId xmlns:a16="http://schemas.microsoft.com/office/drawing/2014/main" id="{7D3FFAB0-13FA-7D1B-E961-DC101C4E7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100" y="3729194"/>
            <a:ext cx="1148418" cy="1148418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47AA0271-4042-B73C-A3E1-CE4B572C9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095" y="2949421"/>
            <a:ext cx="598395" cy="598395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76688019-28D6-4B5B-FF73-FEA5F71EF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23252" y="1465010"/>
            <a:ext cx="977826" cy="977826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66AD917A-CD76-46FE-0AA8-8E3865CAB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74834" y="119049"/>
            <a:ext cx="1148418" cy="1148418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EB969AA7-D204-E654-D6B8-FCEDC2A1A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8152" y="2972496"/>
            <a:ext cx="656758" cy="656758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76265DB-27E4-E366-304D-17F9CACC09F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92921" y="1267467"/>
            <a:ext cx="530331" cy="68645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FF9E278C-1118-1360-3BB9-E595183E992A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683602" y="1953923"/>
            <a:ext cx="339650" cy="1652702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F1D01748-EDC7-39BE-828B-AE9E6F74A3E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001078" y="1352672"/>
            <a:ext cx="719757" cy="6012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55C108E-00E5-F742-BD4F-1E7F40102F5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001078" y="1953923"/>
            <a:ext cx="706338" cy="16650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46B19FB-CFC4-80F1-E882-1B0FD12B672B}"/>
              </a:ext>
            </a:extLst>
          </p:cNvPr>
          <p:cNvCxnSpPr>
            <a:cxnSpLocks/>
          </p:cNvCxnSpPr>
          <p:nvPr/>
        </p:nvCxnSpPr>
        <p:spPr>
          <a:xfrm flipH="1" flipV="1">
            <a:off x="4315470" y="4234936"/>
            <a:ext cx="845906" cy="2021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1F97DFE-93D8-BBB3-7B21-00D94FCA0C2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381358" y="4273157"/>
            <a:ext cx="1701742" cy="302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E02ED986-E545-E7D7-656B-F38F80903EDA}"/>
              </a:ext>
            </a:extLst>
          </p:cNvPr>
          <p:cNvSpPr txBox="1"/>
          <p:nvPr/>
        </p:nvSpPr>
        <p:spPr>
          <a:xfrm>
            <a:off x="2041149" y="1198783"/>
            <a:ext cx="1537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Navigateur web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49EAC50-9BDE-BDB0-7A74-E7536A322FC2}"/>
              </a:ext>
            </a:extLst>
          </p:cNvPr>
          <p:cNvSpPr txBox="1"/>
          <p:nvPr/>
        </p:nvSpPr>
        <p:spPr>
          <a:xfrm>
            <a:off x="4426869" y="1214480"/>
            <a:ext cx="11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App Android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400FC4B-01E2-32FD-7F27-850CDC981B4A}"/>
              </a:ext>
            </a:extLst>
          </p:cNvPr>
          <p:cNvSpPr txBox="1"/>
          <p:nvPr/>
        </p:nvSpPr>
        <p:spPr>
          <a:xfrm>
            <a:off x="2937084" y="1799425"/>
            <a:ext cx="11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Tunnel Cloudflare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CD5A17E-12AF-4492-FF70-47C86F77943F}"/>
              </a:ext>
            </a:extLst>
          </p:cNvPr>
          <p:cNvSpPr txBox="1"/>
          <p:nvPr/>
        </p:nvSpPr>
        <p:spPr>
          <a:xfrm>
            <a:off x="3233704" y="4766300"/>
            <a:ext cx="11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App React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A16ABC6-B3E9-C0E6-E30A-91449D6A6DD4}"/>
              </a:ext>
            </a:extLst>
          </p:cNvPr>
          <p:cNvSpPr txBox="1"/>
          <p:nvPr/>
        </p:nvSpPr>
        <p:spPr>
          <a:xfrm>
            <a:off x="5325928" y="4853688"/>
            <a:ext cx="11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API REST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E94B1FC-FE31-48BE-A078-48976914D7FE}"/>
              </a:ext>
            </a:extLst>
          </p:cNvPr>
          <p:cNvSpPr txBox="1"/>
          <p:nvPr/>
        </p:nvSpPr>
        <p:spPr>
          <a:xfrm>
            <a:off x="8169524" y="5007576"/>
            <a:ext cx="1195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BD Supabase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0B6268D-59CC-CD73-1AE3-7E3038076863}"/>
              </a:ext>
            </a:extLst>
          </p:cNvPr>
          <p:cNvSpPr txBox="1"/>
          <p:nvPr/>
        </p:nvSpPr>
        <p:spPr>
          <a:xfrm>
            <a:off x="758279" y="3685826"/>
            <a:ext cx="1537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Proxmox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5011E84-A7CB-E68C-8D5C-EBD81A278348}"/>
              </a:ext>
            </a:extLst>
          </p:cNvPr>
          <p:cNvSpPr txBox="1"/>
          <p:nvPr/>
        </p:nvSpPr>
        <p:spPr>
          <a:xfrm>
            <a:off x="1496591" y="3677582"/>
            <a:ext cx="1537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Conteneur</a:t>
            </a:r>
          </a:p>
          <a:p>
            <a:r>
              <a:rPr lang="en-US" sz="1400" noProof="1"/>
              <a:t>Debian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D55F019-DF0B-4034-8ECF-D87AA7D407EA}"/>
              </a:ext>
            </a:extLst>
          </p:cNvPr>
          <p:cNvSpPr txBox="1"/>
          <p:nvPr/>
        </p:nvSpPr>
        <p:spPr>
          <a:xfrm>
            <a:off x="2437529" y="3705270"/>
            <a:ext cx="777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1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231062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62000">
              <a:schemeClr val="tx2"/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F9AB2-2609-2CEC-60B6-462C5275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Démonstration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B5237048-419C-1759-6EB8-677DB527D9AE}"/>
              </a:ext>
            </a:extLst>
          </p:cNvPr>
          <p:cNvGrpSpPr/>
          <p:nvPr/>
        </p:nvGrpSpPr>
        <p:grpSpPr>
          <a:xfrm>
            <a:off x="8366432" y="303160"/>
            <a:ext cx="3479825" cy="5972592"/>
            <a:chOff x="4098154" y="0"/>
            <a:chExt cx="3995692" cy="685800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C60EA9BE-12FA-8E08-3BDA-617C2DB53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8154" y="0"/>
              <a:ext cx="3995692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B0C075-A8ED-A8AC-DA2E-B62388C0A13D}"/>
                </a:ext>
              </a:extLst>
            </p:cNvPr>
            <p:cNvSpPr/>
            <p:nvPr/>
          </p:nvSpPr>
          <p:spPr>
            <a:xfrm>
              <a:off x="6034120" y="2969146"/>
              <a:ext cx="1324415" cy="8370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3605C44A-DA19-BB89-F2FB-809061536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1" y="2826029"/>
            <a:ext cx="7101166" cy="345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2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614F7-5334-0CDD-4CD4-34F76684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C86B09-15E3-C733-7838-FF8A7889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fr-CA" sz="4400"/>
              <a:t>Conclusion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89BEB87-8CF6-B30F-5E42-8A810399B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05253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9210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60C72CA-E36E-44A3-B69C-BE9405C6A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F50D26-2AE2-40D5-AA0F-827E47F8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7EC281-2ECA-4A08-B0F7-42750BF0C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043CC2-E060-443E-BBC4-197CCD7FE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454BC00-0C10-4B2D-89D5-6405C87B8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2538"/>
            <a:ext cx="5538554" cy="5925402"/>
          </a:xfrm>
          <a:prstGeom prst="rect">
            <a:avLst/>
          </a:prstGeom>
          <a:ln w="22225">
            <a:solidFill>
              <a:srgbClr val="FCC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D3EDFA-7CE4-41E4-2E37-57FCC713B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1855210"/>
            <a:ext cx="5211232" cy="3113711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CD6BFF0-ABAD-4639-8BBC-4F900322F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2021" y="453280"/>
            <a:ext cx="5538554" cy="5925402"/>
          </a:xfrm>
          <a:prstGeom prst="rect">
            <a:avLst/>
          </a:prstGeom>
          <a:ln w="22225">
            <a:solidFill>
              <a:srgbClr val="FCC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A85BDD9-342F-DB80-497D-370441C0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476" y="2403132"/>
            <a:ext cx="5211232" cy="201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09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3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FCB17-3C20-9771-0385-06AD2C58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Références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62F61-1E33-81F7-A958-6F02A61A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>
                <a:solidFill>
                  <a:schemeClr val="bg2">
                    <a:lumMod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https://upload.wikimedia.org/wikipedia/commons/5/59/Ecole_de_technologie_superieure_05.jpg</a:t>
            </a:r>
            <a:endParaRPr lang="fr-CA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fr-CA" dirty="0">
                <a:solidFill>
                  <a:schemeClr val="bg2">
                    <a:lumMod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https://www.svgrepo.com/vectors/</a:t>
            </a:r>
            <a:endParaRPr lang="fr-CA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fr-CA" dirty="0">
                <a:solidFill>
                  <a:schemeClr val="bg2">
                    <a:lumMod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https://dashboardicons.com/icons/supabase</a:t>
            </a:r>
            <a:r>
              <a:rPr lang="fr-CA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6290389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Personnalisé 4">
      <a:dk1>
        <a:sysClr val="windowText" lastClr="000000"/>
      </a:dk1>
      <a:lt1>
        <a:sysClr val="window" lastClr="FFFFFF"/>
      </a:lt1>
      <a:dk2>
        <a:srgbClr val="E40032"/>
      </a:dk2>
      <a:lt2>
        <a:srgbClr val="E7E6E6"/>
      </a:lt2>
      <a:accent1>
        <a:srgbClr val="E40032"/>
      </a:accent1>
      <a:accent2>
        <a:srgbClr val="E40032"/>
      </a:accent2>
      <a:accent3>
        <a:srgbClr val="FF557A"/>
      </a:accent3>
      <a:accent4>
        <a:srgbClr val="FF8EA6"/>
      </a:accent4>
      <a:accent5>
        <a:srgbClr val="FFC6D2"/>
      </a:accent5>
      <a:accent6>
        <a:srgbClr val="FFD9E1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127</Words>
  <Application>Microsoft Office PowerPoint</Application>
  <PresentationFormat>Grand écran</PresentationFormat>
  <Paragraphs>29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Présentation PowerPoint</vt:lpstr>
      <vt:lpstr>Introduction</vt:lpstr>
      <vt:lpstr>Technologies utilisées</vt:lpstr>
      <vt:lpstr>Présentation PowerPoint</vt:lpstr>
      <vt:lpstr>Démonstration</vt:lpstr>
      <vt:lpstr>Conclusion</vt:lpstr>
      <vt:lpstr>Présentation PowerPoint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Chou</dc:creator>
  <cp:lastModifiedBy>Charlie Chou</cp:lastModifiedBy>
  <cp:revision>1</cp:revision>
  <dcterms:created xsi:type="dcterms:W3CDTF">2026-04-14T14:10:52Z</dcterms:created>
  <dcterms:modified xsi:type="dcterms:W3CDTF">2026-04-24T00:57:39Z</dcterms:modified>
</cp:coreProperties>
</file>